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6" r:id="rId4"/>
    <p:sldId id="264" r:id="rId5"/>
    <p:sldId id="265" r:id="rId6"/>
    <p:sldId id="266" r:id="rId7"/>
    <p:sldId id="268" r:id="rId8"/>
    <p:sldId id="269" r:id="rId9"/>
    <p:sldId id="272" r:id="rId10"/>
    <p:sldId id="273" r:id="rId11"/>
    <p:sldId id="274" r:id="rId12"/>
    <p:sldId id="275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7" r:id="rId23"/>
    <p:sldId id="286" r:id="rId24"/>
    <p:sldId id="263" r:id="rId25"/>
    <p:sldId id="288" r:id="rId26"/>
    <p:sldId id="289" r:id="rId27"/>
    <p:sldId id="267" r:id="rId2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456" y="146304"/>
            <a:ext cx="11753088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18979" y="381001"/>
            <a:ext cx="109728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844800" y="2819400"/>
            <a:ext cx="8746979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7416800" y="6509004"/>
            <a:ext cx="4003040" cy="274320"/>
          </a:xfrm>
        </p:spPr>
        <p:txBody>
          <a:bodyPr vert="horz" rtlCol="0"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11518603" y="6509004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2133600" y="6509004"/>
            <a:ext cx="5209952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33504" y="3267456"/>
            <a:ext cx="98755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498230"/>
            <a:ext cx="103632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87713"/>
            <a:ext cx="103632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6800" y="6513670"/>
            <a:ext cx="4003040" cy="274320"/>
          </a:xfrm>
        </p:spPr>
        <p:txBody>
          <a:bodyPr vert="horz" rtlCol="0"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8603" y="6513670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600" y="6513670"/>
            <a:ext cx="5209952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4592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45920"/>
            <a:ext cx="53848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521440" y="6514568"/>
            <a:ext cx="619051" cy="274320"/>
          </a:xfrm>
        </p:spPr>
        <p:txBody>
          <a:bodyPr/>
          <a:lstStyle/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84523" y="1424588"/>
            <a:ext cx="10668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22325" y="216521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6400800" y="216521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1948"/>
            <a:ext cx="109728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535113"/>
            <a:ext cx="5389033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362201"/>
            <a:ext cx="5386917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1"/>
            <a:ext cx="5389033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521440" y="6514568"/>
            <a:ext cx="619051" cy="274320"/>
          </a:xfrm>
        </p:spPr>
        <p:txBody>
          <a:bodyPr/>
          <a:lstStyle/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3218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743403" y="1057656"/>
            <a:ext cx="499872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7515" y="304800"/>
            <a:ext cx="524256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617515" y="1107560"/>
            <a:ext cx="524256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04800" y="2209800"/>
            <a:ext cx="11555275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416800" y="6513670"/>
            <a:ext cx="4003040" cy="274320"/>
          </a:xfrm>
        </p:spPr>
        <p:txBody>
          <a:bodyPr vert="horz" rtlCol="0"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11518603" y="6513670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2133600" y="6513670"/>
            <a:ext cx="5209952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24" y="4724400"/>
            <a:ext cx="73152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53924" y="5388937"/>
            <a:ext cx="73152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406400" y="249864"/>
            <a:ext cx="113792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416800" y="6509004"/>
            <a:ext cx="4003040" cy="274320"/>
          </a:xfrm>
        </p:spPr>
        <p:txBody>
          <a:bodyPr vert="horz" rtlCol="0"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1518603" y="6509004"/>
            <a:ext cx="619051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2133600" y="6509004"/>
            <a:ext cx="5209952" cy="274320"/>
          </a:xfrm>
        </p:spPr>
        <p:txBody>
          <a:bodyPr vert="horz"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219456" y="147085"/>
            <a:ext cx="11747795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727200" y="6400800"/>
            <a:ext cx="5616352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416800" y="6400800"/>
            <a:ext cx="400304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BB767D80-332A-435A-85C4-B0DB06AC3A04}" type="datetimeFigureOut">
              <a:rPr lang="en-US" smtClean="0"/>
              <a:pPr/>
              <a:t>10/23/2023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518603" y="6514568"/>
            <a:ext cx="619051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B16D963C-B5F5-471B-A676-77B8EDC39C8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53536"/>
            <a:ext cx="109728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46237"/>
            <a:ext cx="109728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7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11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8234" y="381001"/>
            <a:ext cx="8229600" cy="14200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Backtracking: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Traveling Salesperson Problem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952E2A1-B189-4EAF-86C9-1E253D3CAA3B}"/>
              </a:ext>
            </a:extLst>
          </p:cNvPr>
          <p:cNvGrpSpPr>
            <a:grpSpLocks noChangeAspect="1"/>
          </p:cNvGrpSpPr>
          <p:nvPr/>
        </p:nvGrpSpPr>
        <p:grpSpPr>
          <a:xfrm>
            <a:off x="3248044" y="2790660"/>
            <a:ext cx="6150488" cy="3792178"/>
            <a:chOff x="-135148" y="0"/>
            <a:chExt cx="3075822" cy="1896291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EBA8878-B4F8-40BC-9780-4A404957BA0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2CD36C3-6B01-44E5-A4BB-F569EA4DEEE4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37CD7F6-F272-4BA4-B26C-236C16BB4D99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AC74607-E242-494D-8301-982889AFDEBB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D49BF52-A12E-44B6-8B47-D376D6A3C004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5655231-3BCE-4D3A-B60E-94953FC6AAA2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31B7F70-243F-4059-B12C-B68786C0B008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EF6EA37-739A-47D0-AA31-BC45E39D41AB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B7FB056-DAE3-48B2-A2C3-E2D2617A7D31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C889C88-F693-4DE3-AA2F-639BA20C6945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kern="0">
                <a:solidFill>
                  <a:sysClr val="window" lastClr="FFFFFF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2" name="TextBox 5">
              <a:extLst>
                <a:ext uri="{FF2B5EF4-FFF2-40B4-BE49-F238E27FC236}">
                  <a16:creationId xmlns:a16="http://schemas.microsoft.com/office/drawing/2014/main" id="{4641BD2D-0F7A-4D69-9333-8D6546381BB7}"/>
                </a:ext>
              </a:extLst>
            </p:cNvPr>
            <p:cNvSpPr txBox="1"/>
            <p:nvPr/>
          </p:nvSpPr>
          <p:spPr>
            <a:xfrm>
              <a:off x="2024741" y="1621971"/>
              <a:ext cx="635373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Austin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F7E34FFE-BA42-4217-B32E-581E35ADA168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kern="0">
                <a:solidFill>
                  <a:sysClr val="window" lastClr="FFFFFF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71C155D1-1F0E-45B0-BEF3-33154D856FD4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kern="0">
                <a:solidFill>
                  <a:sysClr val="window" lastClr="FFFFFF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5" name="TextBox 9">
              <a:extLst>
                <a:ext uri="{FF2B5EF4-FFF2-40B4-BE49-F238E27FC236}">
                  <a16:creationId xmlns:a16="http://schemas.microsoft.com/office/drawing/2014/main" id="{B59D5FFE-F364-4E36-9289-EC75DDDEE67B}"/>
                </a:ext>
              </a:extLst>
            </p:cNvPr>
            <p:cNvSpPr txBox="1"/>
            <p:nvPr/>
          </p:nvSpPr>
          <p:spPr>
            <a:xfrm>
              <a:off x="1404257" y="838200"/>
              <a:ext cx="631394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Chicago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B2E6983-8D0F-40F4-9A20-6269488C93FD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kern="0">
                <a:solidFill>
                  <a:sysClr val="window" lastClr="FFFFFF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7" name="TextBox 11">
              <a:extLst>
                <a:ext uri="{FF2B5EF4-FFF2-40B4-BE49-F238E27FC236}">
                  <a16:creationId xmlns:a16="http://schemas.microsoft.com/office/drawing/2014/main" id="{E3CE9640-1C15-499A-A46A-0BE4CFA7C2B2}"/>
                </a:ext>
              </a:extLst>
            </p:cNvPr>
            <p:cNvSpPr txBox="1"/>
            <p:nvPr/>
          </p:nvSpPr>
          <p:spPr>
            <a:xfrm>
              <a:off x="-113377" y="979714"/>
              <a:ext cx="657662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Denver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C97C0CA-7409-44FF-B0E7-EBF502A6319F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kern="0">
                <a:solidFill>
                  <a:sysClr val="window" lastClr="FFFFFF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9" name="TextBox 13">
              <a:extLst>
                <a:ext uri="{FF2B5EF4-FFF2-40B4-BE49-F238E27FC236}">
                  <a16:creationId xmlns:a16="http://schemas.microsoft.com/office/drawing/2014/main" id="{F689114E-7059-43B3-9122-82DA9F8C9B39}"/>
                </a:ext>
              </a:extLst>
            </p:cNvPr>
            <p:cNvSpPr txBox="1"/>
            <p:nvPr/>
          </p:nvSpPr>
          <p:spPr>
            <a:xfrm>
              <a:off x="-135148" y="0"/>
              <a:ext cx="657662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Edmonton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TextBox 35">
              <a:extLst>
                <a:ext uri="{FF2B5EF4-FFF2-40B4-BE49-F238E27FC236}">
                  <a16:creationId xmlns:a16="http://schemas.microsoft.com/office/drawing/2014/main" id="{ABDB7995-B1CC-425D-B18C-3FC828931AEA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lang="en-US" kern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1" name="TextBox 36">
              <a:extLst>
                <a:ext uri="{FF2B5EF4-FFF2-40B4-BE49-F238E27FC236}">
                  <a16:creationId xmlns:a16="http://schemas.microsoft.com/office/drawing/2014/main" id="{F432E9AE-AD45-4802-BB8C-01F2069997FC}"/>
                </a:ext>
              </a:extLst>
            </p:cNvPr>
            <p:cNvSpPr txBox="1"/>
            <p:nvPr/>
          </p:nvSpPr>
          <p:spPr>
            <a:xfrm rot="1470892">
              <a:off x="936171" y="134316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2" name="TextBox 37">
              <a:extLst>
                <a:ext uri="{FF2B5EF4-FFF2-40B4-BE49-F238E27FC236}">
                  <a16:creationId xmlns:a16="http://schemas.microsoft.com/office/drawing/2014/main" id="{EE830F37-7C5C-4739-A2CF-999FDCA516FA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lang="en-US" kern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3" name="TextBox 38">
              <a:extLst>
                <a:ext uri="{FF2B5EF4-FFF2-40B4-BE49-F238E27FC236}">
                  <a16:creationId xmlns:a16="http://schemas.microsoft.com/office/drawing/2014/main" id="{80BF68E6-D223-49E2-92EC-0164290DE879}"/>
                </a:ext>
              </a:extLst>
            </p:cNvPr>
            <p:cNvSpPr txBox="1"/>
            <p:nvPr/>
          </p:nvSpPr>
          <p:spPr>
            <a:xfrm rot="3026193">
              <a:off x="1533461" y="1256429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4" name="TextBox 39">
              <a:extLst>
                <a:ext uri="{FF2B5EF4-FFF2-40B4-BE49-F238E27FC236}">
                  <a16:creationId xmlns:a16="http://schemas.microsoft.com/office/drawing/2014/main" id="{E323FE0E-0D92-4AFE-99B1-D3B428DA7FAC}"/>
                </a:ext>
              </a:extLst>
            </p:cNvPr>
            <p:cNvSpPr txBox="1"/>
            <p:nvPr/>
          </p:nvSpPr>
          <p:spPr>
            <a:xfrm>
              <a:off x="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lang="en-US" kern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5" name="TextBox 40">
              <a:extLst>
                <a:ext uri="{FF2B5EF4-FFF2-40B4-BE49-F238E27FC236}">
                  <a16:creationId xmlns:a16="http://schemas.microsoft.com/office/drawing/2014/main" id="{049A4D35-C5F2-44BC-956E-E43DC728EC90}"/>
                </a:ext>
              </a:extLst>
            </p:cNvPr>
            <p:cNvSpPr txBox="1"/>
            <p:nvPr/>
          </p:nvSpPr>
          <p:spPr>
            <a:xfrm rot="20116248">
              <a:off x="1785257" y="567118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6" name="TextBox 41">
              <a:extLst>
                <a:ext uri="{FF2B5EF4-FFF2-40B4-BE49-F238E27FC236}">
                  <a16:creationId xmlns:a16="http://schemas.microsoft.com/office/drawing/2014/main" id="{C8F84519-AD87-41BA-AB5B-0401D7E37FF3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lang="en-US" kern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TextBox 44">
              <a:extLst>
                <a:ext uri="{FF2B5EF4-FFF2-40B4-BE49-F238E27FC236}">
                  <a16:creationId xmlns:a16="http://schemas.microsoft.com/office/drawing/2014/main" id="{689FAE54-BF2F-4911-931B-AA441B1537EA}"/>
                </a:ext>
              </a:extLst>
            </p:cNvPr>
            <p:cNvSpPr txBox="1"/>
            <p:nvPr/>
          </p:nvSpPr>
          <p:spPr>
            <a:xfrm>
              <a:off x="2265644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8" name="TextBox 80">
              <a:extLst>
                <a:ext uri="{FF2B5EF4-FFF2-40B4-BE49-F238E27FC236}">
                  <a16:creationId xmlns:a16="http://schemas.microsoft.com/office/drawing/2014/main" id="{350C1507-470A-408C-98C5-85D134E6DE6E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lang="en-US" kern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9" name="TextBox 5">
              <a:extLst>
                <a:ext uri="{FF2B5EF4-FFF2-40B4-BE49-F238E27FC236}">
                  <a16:creationId xmlns:a16="http://schemas.microsoft.com/office/drawing/2014/main" id="{223FF586-82C3-4269-A3E7-BA015B68D17C}"/>
                </a:ext>
              </a:extLst>
            </p:cNvPr>
            <p:cNvSpPr txBox="1"/>
            <p:nvPr/>
          </p:nvSpPr>
          <p:spPr>
            <a:xfrm>
              <a:off x="2427514" y="0"/>
              <a:ext cx="51316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Boston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9A805D-6A6E-4350-A07C-9FAA021FF05F}"/>
              </a:ext>
            </a:extLst>
          </p:cNvPr>
          <p:cNvGrpSpPr>
            <a:grpSpLocks noChangeAspect="1"/>
          </p:cNvGrpSpPr>
          <p:nvPr/>
        </p:nvGrpSpPr>
        <p:grpSpPr>
          <a:xfrm>
            <a:off x="3518290" y="2790660"/>
            <a:ext cx="5880243" cy="3792178"/>
            <a:chOff x="0" y="0"/>
            <a:chExt cx="2940674" cy="189629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D6A42A4-67C7-4316-ADCC-9FE010774CB9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F521846-E3B0-48E8-8C39-0095515ED582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D0127D2-9246-4FA1-BF38-86B0DFDF6E73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AFABE61-6374-4523-8137-C18EFA149D5F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F86B480-49C7-49CF-9073-115A7562C9A3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D49C82D-7D17-4049-A257-076982B28551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599376C-EC92-46B6-B63C-1FDC143A4027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EF2762-6F35-4374-A032-BAEAE394F96E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04C06E9-71B9-4B71-B14A-400902765CBE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3587B5E-1AC7-441B-9A4E-3A5A10793B90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kern="0">
                <a:solidFill>
                  <a:sysClr val="window" lastClr="FFFFFF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CAE062AC-B1D5-408B-A6FA-B6377B498EDB}"/>
                </a:ext>
              </a:extLst>
            </p:cNvPr>
            <p:cNvSpPr txBox="1"/>
            <p:nvPr/>
          </p:nvSpPr>
          <p:spPr>
            <a:xfrm>
              <a:off x="2024741" y="1621971"/>
              <a:ext cx="635373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lang="en-US" b="1" kern="0" dirty="0">
                <a:solidFill>
                  <a:srgbClr val="C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B93C6B6-D373-4A58-8C74-FA6D99508DCB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kern="0">
                <a:solidFill>
                  <a:sysClr val="window" lastClr="FFFFFF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175BB44-C27A-432C-B968-35B2C79538AD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kern="0">
                <a:solidFill>
                  <a:sysClr val="window" lastClr="FFFFFF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E91FBD38-0377-4674-AF64-8FEC0D21A2CE}"/>
                </a:ext>
              </a:extLst>
            </p:cNvPr>
            <p:cNvSpPr txBox="1"/>
            <p:nvPr/>
          </p:nvSpPr>
          <p:spPr>
            <a:xfrm>
              <a:off x="1404257" y="838200"/>
              <a:ext cx="631394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lang="en-US" b="1" kern="0" dirty="0">
                <a:solidFill>
                  <a:srgbClr val="C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82CD855-A6C5-48D4-8E4A-4FA8E36B4914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kern="0">
                <a:solidFill>
                  <a:sysClr val="window" lastClr="FFFFFF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0" name="TextBox 11">
              <a:extLst>
                <a:ext uri="{FF2B5EF4-FFF2-40B4-BE49-F238E27FC236}">
                  <a16:creationId xmlns:a16="http://schemas.microsoft.com/office/drawing/2014/main" id="{1571CF04-5692-4723-BAF6-CFA2E504193E}"/>
                </a:ext>
              </a:extLst>
            </p:cNvPr>
            <p:cNvSpPr txBox="1"/>
            <p:nvPr/>
          </p:nvSpPr>
          <p:spPr>
            <a:xfrm>
              <a:off x="132278" y="950561"/>
              <a:ext cx="657662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lang="en-US" b="1" kern="0" dirty="0">
                <a:solidFill>
                  <a:srgbClr val="C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E74AC4A-7AAA-4442-B728-DC7613B6DBE4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endParaRPr lang="en-US" kern="0">
                <a:solidFill>
                  <a:sysClr val="window" lastClr="FFFFFF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2" name="TextBox 13">
              <a:extLst>
                <a:ext uri="{FF2B5EF4-FFF2-40B4-BE49-F238E27FC236}">
                  <a16:creationId xmlns:a16="http://schemas.microsoft.com/office/drawing/2014/main" id="{65E71380-90C2-440B-A548-FB05660012DD}"/>
                </a:ext>
              </a:extLst>
            </p:cNvPr>
            <p:cNvSpPr txBox="1"/>
            <p:nvPr/>
          </p:nvSpPr>
          <p:spPr>
            <a:xfrm>
              <a:off x="177351" y="29108"/>
              <a:ext cx="657662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lang="en-US" b="1" kern="0" dirty="0">
                <a:solidFill>
                  <a:srgbClr val="C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TextBox 35">
              <a:extLst>
                <a:ext uri="{FF2B5EF4-FFF2-40B4-BE49-F238E27FC236}">
                  <a16:creationId xmlns:a16="http://schemas.microsoft.com/office/drawing/2014/main" id="{D64DCDA2-2E41-486A-A2C5-D8B77E98B08B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lang="en-US" kern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TextBox 36">
              <a:extLst>
                <a:ext uri="{FF2B5EF4-FFF2-40B4-BE49-F238E27FC236}">
                  <a16:creationId xmlns:a16="http://schemas.microsoft.com/office/drawing/2014/main" id="{79074CE2-6878-4AA2-8276-449AAF27EF85}"/>
                </a:ext>
              </a:extLst>
            </p:cNvPr>
            <p:cNvSpPr txBox="1"/>
            <p:nvPr/>
          </p:nvSpPr>
          <p:spPr>
            <a:xfrm rot="1470892">
              <a:off x="936171" y="134316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25" name="TextBox 37">
              <a:extLst>
                <a:ext uri="{FF2B5EF4-FFF2-40B4-BE49-F238E27FC236}">
                  <a16:creationId xmlns:a16="http://schemas.microsoft.com/office/drawing/2014/main" id="{573E448C-2156-4DA8-BB9C-0ED177E97FCB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lang="en-US" kern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TextBox 38">
              <a:extLst>
                <a:ext uri="{FF2B5EF4-FFF2-40B4-BE49-F238E27FC236}">
                  <a16:creationId xmlns:a16="http://schemas.microsoft.com/office/drawing/2014/main" id="{9C983311-5097-4611-AC67-528318C39948}"/>
                </a:ext>
              </a:extLst>
            </p:cNvPr>
            <p:cNvSpPr txBox="1"/>
            <p:nvPr/>
          </p:nvSpPr>
          <p:spPr>
            <a:xfrm rot="3026193">
              <a:off x="1533461" y="1256429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27" name="TextBox 39">
              <a:extLst>
                <a:ext uri="{FF2B5EF4-FFF2-40B4-BE49-F238E27FC236}">
                  <a16:creationId xmlns:a16="http://schemas.microsoft.com/office/drawing/2014/main" id="{C957C07B-DFA9-4FCD-BA7C-B49A5DA4FD1F}"/>
                </a:ext>
              </a:extLst>
            </p:cNvPr>
            <p:cNvSpPr txBox="1"/>
            <p:nvPr/>
          </p:nvSpPr>
          <p:spPr>
            <a:xfrm>
              <a:off x="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lang="en-US" kern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28" name="TextBox 40">
              <a:extLst>
                <a:ext uri="{FF2B5EF4-FFF2-40B4-BE49-F238E27FC236}">
                  <a16:creationId xmlns:a16="http://schemas.microsoft.com/office/drawing/2014/main" id="{A438A579-3983-428B-8CF9-97A9543DE314}"/>
                </a:ext>
              </a:extLst>
            </p:cNvPr>
            <p:cNvSpPr txBox="1"/>
            <p:nvPr/>
          </p:nvSpPr>
          <p:spPr>
            <a:xfrm rot="20116248">
              <a:off x="1785257" y="567118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TextBox 41">
              <a:extLst>
                <a:ext uri="{FF2B5EF4-FFF2-40B4-BE49-F238E27FC236}">
                  <a16:creationId xmlns:a16="http://schemas.microsoft.com/office/drawing/2014/main" id="{FCEE13D5-A1C1-4B74-9FE8-81E7FCD9ED5A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lang="en-US" kern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TextBox 44">
              <a:extLst>
                <a:ext uri="{FF2B5EF4-FFF2-40B4-BE49-F238E27FC236}">
                  <a16:creationId xmlns:a16="http://schemas.microsoft.com/office/drawing/2014/main" id="{BDDC9A37-D35D-4DAB-B75E-4EE37F3B60A3}"/>
                </a:ext>
              </a:extLst>
            </p:cNvPr>
            <p:cNvSpPr txBox="1"/>
            <p:nvPr/>
          </p:nvSpPr>
          <p:spPr>
            <a:xfrm>
              <a:off x="2265644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dirty="0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lang="en-US" kern="0" dirty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31" name="TextBox 80">
              <a:extLst>
                <a:ext uri="{FF2B5EF4-FFF2-40B4-BE49-F238E27FC236}">
                  <a16:creationId xmlns:a16="http://schemas.microsoft.com/office/drawing/2014/main" id="{0E24AC8E-E567-46A6-BE0B-CEA5A89A3268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lang="en-US" kern="0">
                <a:solidFill>
                  <a:sysClr val="windowText" lastClr="0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32" name="TextBox 5">
              <a:extLst>
                <a:ext uri="{FF2B5EF4-FFF2-40B4-BE49-F238E27FC236}">
                  <a16:creationId xmlns:a16="http://schemas.microsoft.com/office/drawing/2014/main" id="{83C1B2EA-663D-4511-908A-CCF8C1AE5037}"/>
                </a:ext>
              </a:extLst>
            </p:cNvPr>
            <p:cNvSpPr txBox="1"/>
            <p:nvPr/>
          </p:nvSpPr>
          <p:spPr>
            <a:xfrm>
              <a:off x="2427514" y="0"/>
              <a:ext cx="51316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lang="en-US" b="1" kern="0" dirty="0">
                <a:solidFill>
                  <a:srgbClr val="C00000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83B4EE5-2854-4704-9A49-896C828D65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371276"/>
              </p:ext>
            </p:extLst>
          </p:nvPr>
        </p:nvGraphicFramePr>
        <p:xfrm>
          <a:off x="3429881" y="440257"/>
          <a:ext cx="4461595" cy="2071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3" imgW="2476440" imgH="1143000" progId="Equation.DSMT4">
                  <p:embed/>
                </p:oleObj>
              </mc:Choice>
              <mc:Fallback>
                <p:oleObj name="Equation" r:id="rId3" imgW="2476440" imgH="1143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881" y="440257"/>
                        <a:ext cx="4461595" cy="20711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MAXINT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1563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 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5322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MAXINT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1563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 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graphicFrame>
        <p:nvGraphicFramePr>
          <p:cNvPr id="169" name="Object 168">
            <a:extLst>
              <a:ext uri="{FF2B5EF4-FFF2-40B4-BE49-F238E27FC236}">
                <a16:creationId xmlns:a16="http://schemas.microsoft.com/office/drawing/2014/main" id="{DCB943BD-81F2-493F-9CBF-E5EEF11ED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767766"/>
              </p:ext>
            </p:extLst>
          </p:nvPr>
        </p:nvGraphicFramePr>
        <p:xfrm>
          <a:off x="8366366" y="1136713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65" name="Object 64">
                        <a:extLst>
                          <a:ext uri="{FF2B5EF4-FFF2-40B4-BE49-F238E27FC236}">
                            <a16:creationId xmlns:a16="http://schemas.microsoft.com/office/drawing/2014/main" id="{66780BE4-0868-40A0-AFDE-7865391BF0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366" y="1136713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175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MAXINT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1563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 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DD4BF230-8537-4D92-B813-7AB4022D93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954727"/>
              </p:ext>
            </p:extLst>
          </p:nvPr>
        </p:nvGraphicFramePr>
        <p:xfrm>
          <a:off x="8366366" y="1136713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169" name="Object 168">
                        <a:extLst>
                          <a:ext uri="{FF2B5EF4-FFF2-40B4-BE49-F238E27FC236}">
                            <a16:creationId xmlns:a16="http://schemas.microsoft.com/office/drawing/2014/main" id="{DCB943BD-81F2-493F-9CBF-E5EEF11ED6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366" y="1136713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556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MAXINT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1563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 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A8F379-3D15-42A6-A66F-783C820C983A}"/>
              </a:ext>
            </a:extLst>
          </p:cNvPr>
          <p:cNvSpPr txBox="1"/>
          <p:nvPr/>
        </p:nvSpPr>
        <p:spPr>
          <a:xfrm>
            <a:off x="688785" y="4254578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 ]</a:t>
            </a:r>
          </a:p>
        </p:txBody>
      </p:sp>
      <p:graphicFrame>
        <p:nvGraphicFramePr>
          <p:cNvPr id="64" name="Object 63">
            <a:extLst>
              <a:ext uri="{FF2B5EF4-FFF2-40B4-BE49-F238E27FC236}">
                <a16:creationId xmlns:a16="http://schemas.microsoft.com/office/drawing/2014/main" id="{71559385-5B5C-44D3-B4EF-9CA13052EC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501521"/>
              </p:ext>
            </p:extLst>
          </p:nvPr>
        </p:nvGraphicFramePr>
        <p:xfrm>
          <a:off x="8366366" y="1136713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62" name="Object 61">
                        <a:extLst>
                          <a:ext uri="{FF2B5EF4-FFF2-40B4-BE49-F238E27FC236}">
                            <a16:creationId xmlns:a16="http://schemas.microsoft.com/office/drawing/2014/main" id="{DD4BF230-8537-4D92-B813-7AB4022D93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366" y="1136713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986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MAXINT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1563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 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33A5CE-D4E8-48EF-88D5-D1D989FC1323}"/>
              </a:ext>
            </a:extLst>
          </p:cNvPr>
          <p:cNvSpPr txBox="1"/>
          <p:nvPr/>
        </p:nvSpPr>
        <p:spPr>
          <a:xfrm>
            <a:off x="688785" y="4254578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 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0B967F-92BB-4AF4-BF91-2BF58912167A}"/>
              </a:ext>
            </a:extLst>
          </p:cNvPr>
          <p:cNvSpPr txBox="1"/>
          <p:nvPr/>
        </p:nvSpPr>
        <p:spPr>
          <a:xfrm>
            <a:off x="436048" y="5232551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5]</a:t>
            </a:r>
          </a:p>
        </p:txBody>
      </p:sp>
      <p:graphicFrame>
        <p:nvGraphicFramePr>
          <p:cNvPr id="65" name="Object 64">
            <a:extLst>
              <a:ext uri="{FF2B5EF4-FFF2-40B4-BE49-F238E27FC236}">
                <a16:creationId xmlns:a16="http://schemas.microsoft.com/office/drawing/2014/main" id="{66780BE4-0868-40A0-AFDE-7865391BF0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060623"/>
              </p:ext>
            </p:extLst>
          </p:nvPr>
        </p:nvGraphicFramePr>
        <p:xfrm>
          <a:off x="8366366" y="1136713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99459A25-AFE9-4E6C-AA6F-B318A49AE8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366" y="1136713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Box 65">
            <a:extLst>
              <a:ext uri="{FF2B5EF4-FFF2-40B4-BE49-F238E27FC236}">
                <a16:creationId xmlns:a16="http://schemas.microsoft.com/office/drawing/2014/main" id="{24FAC8C9-57EE-41BD-ACAE-6C0E36971625}"/>
              </a:ext>
            </a:extLst>
          </p:cNvPr>
          <p:cNvSpPr txBox="1"/>
          <p:nvPr/>
        </p:nvSpPr>
        <p:spPr>
          <a:xfrm>
            <a:off x="1492595" y="576737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 a cycle!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473F68-77C8-41D5-9F83-82231D6AACF3}"/>
              </a:ext>
            </a:extLst>
          </p:cNvPr>
          <p:cNvSpPr/>
          <p:nvPr/>
        </p:nvSpPr>
        <p:spPr>
          <a:xfrm>
            <a:off x="7772788" y="469407"/>
            <a:ext cx="3950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Vertex  5  is not adjacent to vertex 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89D4F05-39B1-4758-AEC9-E89F8AF866BD}"/>
              </a:ext>
            </a:extLst>
          </p:cNvPr>
          <p:cNvCxnSpPr>
            <a:cxnSpLocks/>
          </p:cNvCxnSpPr>
          <p:nvPr/>
        </p:nvCxnSpPr>
        <p:spPr>
          <a:xfrm flipH="1">
            <a:off x="8753272" y="992482"/>
            <a:ext cx="652827" cy="1457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272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MAXINT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1563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 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33A5CE-D4E8-48EF-88D5-D1D989FC1323}"/>
              </a:ext>
            </a:extLst>
          </p:cNvPr>
          <p:cNvSpPr txBox="1"/>
          <p:nvPr/>
        </p:nvSpPr>
        <p:spPr>
          <a:xfrm>
            <a:off x="688785" y="4254578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 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0B967F-92BB-4AF4-BF91-2BF58912167A}"/>
              </a:ext>
            </a:extLst>
          </p:cNvPr>
          <p:cNvSpPr txBox="1"/>
          <p:nvPr/>
        </p:nvSpPr>
        <p:spPr>
          <a:xfrm>
            <a:off x="436048" y="5232551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5]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6851F5-3B76-46C6-B5FF-1F94F9C77C1D}"/>
              </a:ext>
            </a:extLst>
          </p:cNvPr>
          <p:cNvSpPr txBox="1"/>
          <p:nvPr/>
        </p:nvSpPr>
        <p:spPr>
          <a:xfrm>
            <a:off x="2702331" y="4408613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5,  ]</a:t>
            </a: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B6F86574-4B5C-4D62-B534-D03B613433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751262"/>
              </p:ext>
            </p:extLst>
          </p:nvPr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9213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MAXINT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1563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 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33A5CE-D4E8-48EF-88D5-D1D989FC1323}"/>
              </a:ext>
            </a:extLst>
          </p:cNvPr>
          <p:cNvSpPr txBox="1"/>
          <p:nvPr/>
        </p:nvSpPr>
        <p:spPr>
          <a:xfrm>
            <a:off x="688785" y="4254578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 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0B967F-92BB-4AF4-BF91-2BF58912167A}"/>
              </a:ext>
            </a:extLst>
          </p:cNvPr>
          <p:cNvSpPr txBox="1"/>
          <p:nvPr/>
        </p:nvSpPr>
        <p:spPr>
          <a:xfrm>
            <a:off x="436048" y="5232551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5]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6851F5-3B76-46C6-B5FF-1F94F9C77C1D}"/>
              </a:ext>
            </a:extLst>
          </p:cNvPr>
          <p:cNvSpPr txBox="1"/>
          <p:nvPr/>
        </p:nvSpPr>
        <p:spPr>
          <a:xfrm>
            <a:off x="2702331" y="4408613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5,  ]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1B42EF-9E4C-405C-AEB6-DDC4B5020FE2}"/>
              </a:ext>
            </a:extLst>
          </p:cNvPr>
          <p:cNvSpPr txBox="1"/>
          <p:nvPr/>
        </p:nvSpPr>
        <p:spPr>
          <a:xfrm>
            <a:off x="2679630" y="5283909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5, 4]</a:t>
            </a:r>
          </a:p>
        </p:txBody>
      </p:sp>
      <p:graphicFrame>
        <p:nvGraphicFramePr>
          <p:cNvPr id="58" name="Object 57">
            <a:extLst>
              <a:ext uri="{FF2B5EF4-FFF2-40B4-BE49-F238E27FC236}">
                <a16:creationId xmlns:a16="http://schemas.microsoft.com/office/drawing/2014/main" id="{0C41D365-BEEF-4A97-907F-15087B9D0F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107788"/>
              </p:ext>
            </p:extLst>
          </p:nvPr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011E723F-99F2-4A03-B1ED-4DE0EA3237A1}"/>
              </a:ext>
            </a:extLst>
          </p:cNvPr>
          <p:cNvSpPr txBox="1"/>
          <p:nvPr/>
        </p:nvSpPr>
        <p:spPr>
          <a:xfrm>
            <a:off x="2508255" y="57141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Cycle!</a:t>
            </a:r>
          </a:p>
        </p:txBody>
      </p:sp>
    </p:spTree>
    <p:extLst>
      <p:ext uri="{BB962C8B-B14F-4D97-AF65-F5344CB8AC3E}">
        <p14:creationId xmlns:p14="http://schemas.microsoft.com/office/powerpoint/2010/main" val="1196680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MAXINT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1563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 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33A5CE-D4E8-48EF-88D5-D1D989FC1323}"/>
              </a:ext>
            </a:extLst>
          </p:cNvPr>
          <p:cNvSpPr txBox="1"/>
          <p:nvPr/>
        </p:nvSpPr>
        <p:spPr>
          <a:xfrm>
            <a:off x="688785" y="4254578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 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0B967F-92BB-4AF4-BF91-2BF58912167A}"/>
              </a:ext>
            </a:extLst>
          </p:cNvPr>
          <p:cNvSpPr txBox="1"/>
          <p:nvPr/>
        </p:nvSpPr>
        <p:spPr>
          <a:xfrm>
            <a:off x="436048" y="5232551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5]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6851F5-3B76-46C6-B5FF-1F94F9C77C1D}"/>
              </a:ext>
            </a:extLst>
          </p:cNvPr>
          <p:cNvSpPr txBox="1"/>
          <p:nvPr/>
        </p:nvSpPr>
        <p:spPr>
          <a:xfrm>
            <a:off x="2702331" y="4408613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5,  ]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1B42EF-9E4C-405C-AEB6-DDC4B5020FE2}"/>
              </a:ext>
            </a:extLst>
          </p:cNvPr>
          <p:cNvSpPr txBox="1"/>
          <p:nvPr/>
        </p:nvSpPr>
        <p:spPr>
          <a:xfrm>
            <a:off x="2679630" y="5283909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5, 4]</a:t>
            </a: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5836003"/>
              </p:ext>
            </p:extLst>
          </p:nvPr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FE226859-D3CE-40B0-A3A1-9B715E3609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395AF8AD-27C9-4468-B8E4-796765466E0F}"/>
              </a:ext>
            </a:extLst>
          </p:cNvPr>
          <p:cNvSpPr txBox="1"/>
          <p:nvPr/>
        </p:nvSpPr>
        <p:spPr>
          <a:xfrm>
            <a:off x="2508255" y="57141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Cycle!</a:t>
            </a:r>
          </a:p>
        </p:txBody>
      </p:sp>
    </p:spTree>
    <p:extLst>
      <p:ext uri="{BB962C8B-B14F-4D97-AF65-F5344CB8AC3E}">
        <p14:creationId xmlns:p14="http://schemas.microsoft.com/office/powerpoint/2010/main" val="99015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MAXINT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1563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 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33A5CE-D4E8-48EF-88D5-D1D989FC1323}"/>
              </a:ext>
            </a:extLst>
          </p:cNvPr>
          <p:cNvSpPr txBox="1"/>
          <p:nvPr/>
        </p:nvSpPr>
        <p:spPr>
          <a:xfrm>
            <a:off x="688785" y="4254578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 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0B967F-92BB-4AF4-BF91-2BF58912167A}"/>
              </a:ext>
            </a:extLst>
          </p:cNvPr>
          <p:cNvSpPr txBox="1"/>
          <p:nvPr/>
        </p:nvSpPr>
        <p:spPr>
          <a:xfrm>
            <a:off x="436048" y="5232551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5]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6851F5-3B76-46C6-B5FF-1F94F9C77C1D}"/>
              </a:ext>
            </a:extLst>
          </p:cNvPr>
          <p:cNvSpPr txBox="1"/>
          <p:nvPr/>
        </p:nvSpPr>
        <p:spPr>
          <a:xfrm>
            <a:off x="2702331" y="4408613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5,  ]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1B42EF-9E4C-405C-AEB6-DDC4B5020FE2}"/>
              </a:ext>
            </a:extLst>
          </p:cNvPr>
          <p:cNvSpPr txBox="1"/>
          <p:nvPr/>
        </p:nvSpPr>
        <p:spPr>
          <a:xfrm>
            <a:off x="2679630" y="5283909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5, 4]</a:t>
            </a: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4637253"/>
              </p:ext>
            </p:extLst>
          </p:nvPr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395AF8AD-27C9-4468-B8E4-796765466E0F}"/>
              </a:ext>
            </a:extLst>
          </p:cNvPr>
          <p:cNvSpPr txBox="1"/>
          <p:nvPr/>
        </p:nvSpPr>
        <p:spPr>
          <a:xfrm>
            <a:off x="2527230" y="5898118"/>
            <a:ext cx="460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cost = 240 + 350 + 350 + 470 + 150 = 1560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7859A0-B736-45D7-A218-D2FDB5022DEE}"/>
              </a:ext>
            </a:extLst>
          </p:cNvPr>
          <p:cNvSpPr txBox="1"/>
          <p:nvPr/>
        </p:nvSpPr>
        <p:spPr>
          <a:xfrm>
            <a:off x="7235960" y="5866159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&lt;   </a:t>
            </a:r>
            <a:r>
              <a:rPr lang="en-US" dirty="0" err="1">
                <a:solidFill>
                  <a:srgbClr val="C00000"/>
                </a:solidFill>
              </a:rPr>
              <a:t>minCost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99451D-CEC7-4981-B7FF-E07E480CC30D}"/>
              </a:ext>
            </a:extLst>
          </p:cNvPr>
          <p:cNvSpPr txBox="1"/>
          <p:nvPr/>
        </p:nvSpPr>
        <p:spPr>
          <a:xfrm>
            <a:off x="625126" y="618830"/>
            <a:ext cx="114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UPDATE:</a:t>
            </a:r>
          </a:p>
        </p:txBody>
      </p:sp>
    </p:spTree>
    <p:extLst>
      <p:ext uri="{BB962C8B-B14F-4D97-AF65-F5344CB8AC3E}">
        <p14:creationId xmlns:p14="http://schemas.microsoft.com/office/powerpoint/2010/main" val="124953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minCost</a:t>
            </a:r>
            <a:r>
              <a:rPr lang="en-US" dirty="0">
                <a:solidFill>
                  <a:srgbClr val="C00000"/>
                </a:solidFill>
              </a:rPr>
              <a:t> = 1560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minTour</a:t>
            </a:r>
            <a:r>
              <a:rPr lang="en-US" dirty="0">
                <a:solidFill>
                  <a:srgbClr val="C00000"/>
                </a:solidFill>
              </a:rPr>
              <a:t> = [1, 2, 3, 5,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33A5CE-D4E8-48EF-88D5-D1D989FC1323}"/>
              </a:ext>
            </a:extLst>
          </p:cNvPr>
          <p:cNvSpPr txBox="1"/>
          <p:nvPr/>
        </p:nvSpPr>
        <p:spPr>
          <a:xfrm>
            <a:off x="688785" y="4254578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 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0B967F-92BB-4AF4-BF91-2BF58912167A}"/>
              </a:ext>
            </a:extLst>
          </p:cNvPr>
          <p:cNvSpPr txBox="1"/>
          <p:nvPr/>
        </p:nvSpPr>
        <p:spPr>
          <a:xfrm>
            <a:off x="436048" y="5232551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4, 5]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06851F5-3B76-46C6-B5FF-1F94F9C77C1D}"/>
              </a:ext>
            </a:extLst>
          </p:cNvPr>
          <p:cNvSpPr txBox="1"/>
          <p:nvPr/>
        </p:nvSpPr>
        <p:spPr>
          <a:xfrm>
            <a:off x="2702331" y="4408613"/>
            <a:ext cx="1728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5,  ]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1B42EF-9E4C-405C-AEB6-DDC4B5020FE2}"/>
              </a:ext>
            </a:extLst>
          </p:cNvPr>
          <p:cNvSpPr txBox="1"/>
          <p:nvPr/>
        </p:nvSpPr>
        <p:spPr>
          <a:xfrm>
            <a:off x="2679630" y="5283909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5, 4]</a:t>
            </a: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395AF8AD-27C9-4468-B8E4-796765466E0F}"/>
              </a:ext>
            </a:extLst>
          </p:cNvPr>
          <p:cNvSpPr txBox="1"/>
          <p:nvPr/>
        </p:nvSpPr>
        <p:spPr>
          <a:xfrm>
            <a:off x="2527230" y="5898118"/>
            <a:ext cx="460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cost = 240 + 350 + 350 + 470 + 150 = 1560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7859A0-B736-45D7-A218-D2FDB5022DEE}"/>
              </a:ext>
            </a:extLst>
          </p:cNvPr>
          <p:cNvSpPr txBox="1"/>
          <p:nvPr/>
        </p:nvSpPr>
        <p:spPr>
          <a:xfrm>
            <a:off x="7235960" y="5866159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&lt;   </a:t>
            </a:r>
            <a:r>
              <a:rPr lang="en-US" dirty="0" err="1">
                <a:solidFill>
                  <a:srgbClr val="C00000"/>
                </a:solidFill>
              </a:rPr>
              <a:t>minCost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99451D-CEC7-4981-B7FF-E07E480CC30D}"/>
              </a:ext>
            </a:extLst>
          </p:cNvPr>
          <p:cNvSpPr txBox="1"/>
          <p:nvPr/>
        </p:nvSpPr>
        <p:spPr>
          <a:xfrm>
            <a:off x="625126" y="618830"/>
            <a:ext cx="114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UPDATE:</a:t>
            </a:r>
          </a:p>
        </p:txBody>
      </p:sp>
    </p:spTree>
    <p:extLst>
      <p:ext uri="{BB962C8B-B14F-4D97-AF65-F5344CB8AC3E}">
        <p14:creationId xmlns:p14="http://schemas.microsoft.com/office/powerpoint/2010/main" val="357088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1560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3, 5,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234179-8368-4C05-984E-D147444C459A}"/>
              </a:ext>
            </a:extLst>
          </p:cNvPr>
          <p:cNvSpPr txBox="1"/>
          <p:nvPr/>
        </p:nvSpPr>
        <p:spPr>
          <a:xfrm>
            <a:off x="3334750" y="3546873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 ,  ]</a:t>
            </a:r>
          </a:p>
        </p:txBody>
      </p:sp>
    </p:spTree>
    <p:extLst>
      <p:ext uri="{BB962C8B-B14F-4D97-AF65-F5344CB8AC3E}">
        <p14:creationId xmlns:p14="http://schemas.microsoft.com/office/powerpoint/2010/main" val="2280441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1560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3, 5,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234179-8368-4C05-984E-D147444C459A}"/>
              </a:ext>
            </a:extLst>
          </p:cNvPr>
          <p:cNvSpPr txBox="1"/>
          <p:nvPr/>
        </p:nvSpPr>
        <p:spPr>
          <a:xfrm>
            <a:off x="3334750" y="3546873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 ,  ]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0A5BD0-97FF-4059-B965-E919E1B95E9F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8EA9F6FB-3B96-443F-86AA-713A6D82542C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106EFA-4CA3-4C90-8D10-474501CE6FBE}"/>
              </a:ext>
            </a:extLst>
          </p:cNvPr>
          <p:cNvSpPr txBox="1"/>
          <p:nvPr/>
        </p:nvSpPr>
        <p:spPr>
          <a:xfrm>
            <a:off x="3185047" y="4450342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3,  ]</a:t>
            </a:r>
          </a:p>
        </p:txBody>
      </p:sp>
    </p:spTree>
    <p:extLst>
      <p:ext uri="{BB962C8B-B14F-4D97-AF65-F5344CB8AC3E}">
        <p14:creationId xmlns:p14="http://schemas.microsoft.com/office/powerpoint/2010/main" val="3564285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4FCD6D-36A7-4E5F-BCD9-AE367C819B7A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1560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3, 5,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234179-8368-4C05-984E-D147444C459A}"/>
              </a:ext>
            </a:extLst>
          </p:cNvPr>
          <p:cNvSpPr txBox="1"/>
          <p:nvPr/>
        </p:nvSpPr>
        <p:spPr>
          <a:xfrm>
            <a:off x="3334750" y="3546873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 ,  ]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0A5BD0-97FF-4059-B965-E919E1B95E9F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8EA9F6FB-3B96-443F-86AA-713A6D82542C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E6602D-916C-40A3-9807-6856F7C0877D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106EFA-4CA3-4C90-8D10-474501CE6FBE}"/>
              </a:ext>
            </a:extLst>
          </p:cNvPr>
          <p:cNvSpPr txBox="1"/>
          <p:nvPr/>
        </p:nvSpPr>
        <p:spPr>
          <a:xfrm>
            <a:off x="3185047" y="4450342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3,  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4B02F8-9732-446C-87D3-7382F0FB8DA9}"/>
              </a:ext>
            </a:extLst>
          </p:cNvPr>
          <p:cNvSpPr txBox="1"/>
          <p:nvPr/>
        </p:nvSpPr>
        <p:spPr>
          <a:xfrm>
            <a:off x="3165549" y="5262272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3, 5]</a:t>
            </a:r>
          </a:p>
        </p:txBody>
      </p:sp>
    </p:spTree>
    <p:extLst>
      <p:ext uri="{BB962C8B-B14F-4D97-AF65-F5344CB8AC3E}">
        <p14:creationId xmlns:p14="http://schemas.microsoft.com/office/powerpoint/2010/main" val="3132832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4FCD6D-36A7-4E5F-BCD9-AE367C819B7A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1560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3, 5,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234179-8368-4C05-984E-D147444C459A}"/>
              </a:ext>
            </a:extLst>
          </p:cNvPr>
          <p:cNvSpPr txBox="1"/>
          <p:nvPr/>
        </p:nvSpPr>
        <p:spPr>
          <a:xfrm>
            <a:off x="3334750" y="3546873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 ,  ]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0A5BD0-97FF-4059-B965-E919E1B95E9F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8EA9F6FB-3B96-443F-86AA-713A6D82542C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E6602D-916C-40A3-9807-6856F7C0877D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106EFA-4CA3-4C90-8D10-474501CE6FBE}"/>
              </a:ext>
            </a:extLst>
          </p:cNvPr>
          <p:cNvSpPr txBox="1"/>
          <p:nvPr/>
        </p:nvSpPr>
        <p:spPr>
          <a:xfrm>
            <a:off x="3185047" y="4450342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3,  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4B02F8-9732-446C-87D3-7382F0FB8DA9}"/>
              </a:ext>
            </a:extLst>
          </p:cNvPr>
          <p:cNvSpPr txBox="1"/>
          <p:nvPr/>
        </p:nvSpPr>
        <p:spPr>
          <a:xfrm>
            <a:off x="3165549" y="5262272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3, 5]</a:t>
            </a:r>
          </a:p>
        </p:txBody>
      </p:sp>
    </p:spTree>
    <p:extLst>
      <p:ext uri="{BB962C8B-B14F-4D97-AF65-F5344CB8AC3E}">
        <p14:creationId xmlns:p14="http://schemas.microsoft.com/office/powerpoint/2010/main" val="2979378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4FCD6D-36A7-4E5F-BCD9-AE367C819B7A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1560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3, 5,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145751"/>
              </p:ext>
            </p:extLst>
          </p:nvPr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234179-8368-4C05-984E-D147444C459A}"/>
              </a:ext>
            </a:extLst>
          </p:cNvPr>
          <p:cNvSpPr txBox="1"/>
          <p:nvPr/>
        </p:nvSpPr>
        <p:spPr>
          <a:xfrm>
            <a:off x="3334750" y="3546873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 ,  ]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0A5BD0-97FF-4059-B965-E919E1B95E9F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8EA9F6FB-3B96-443F-86AA-713A6D82542C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E6602D-916C-40A3-9807-6856F7C0877D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106EFA-4CA3-4C90-8D10-474501CE6FBE}"/>
              </a:ext>
            </a:extLst>
          </p:cNvPr>
          <p:cNvSpPr txBox="1"/>
          <p:nvPr/>
        </p:nvSpPr>
        <p:spPr>
          <a:xfrm>
            <a:off x="3185047" y="4450342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3,  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4B02F8-9732-446C-87D3-7382F0FB8DA9}"/>
              </a:ext>
            </a:extLst>
          </p:cNvPr>
          <p:cNvSpPr txBox="1"/>
          <p:nvPr/>
        </p:nvSpPr>
        <p:spPr>
          <a:xfrm>
            <a:off x="3165549" y="5262272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3, 5]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B71026-1CE2-4471-BBAF-5A233C5C90D6}"/>
              </a:ext>
            </a:extLst>
          </p:cNvPr>
          <p:cNvSpPr txBox="1"/>
          <p:nvPr/>
        </p:nvSpPr>
        <p:spPr>
          <a:xfrm>
            <a:off x="2717730" y="5650254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 a cycle!</a:t>
            </a:r>
          </a:p>
        </p:txBody>
      </p:sp>
    </p:spTree>
    <p:extLst>
      <p:ext uri="{BB962C8B-B14F-4D97-AF65-F5344CB8AC3E}">
        <p14:creationId xmlns:p14="http://schemas.microsoft.com/office/powerpoint/2010/main" val="4149831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12B2D4-32FE-42BD-8C1F-D18F4A89F69A}"/>
              </a:ext>
            </a:extLst>
          </p:cNvPr>
          <p:cNvCxnSpPr>
            <a:cxnSpLocks/>
          </p:cNvCxnSpPr>
          <p:nvPr/>
        </p:nvCxnSpPr>
        <p:spPr>
          <a:xfrm flipH="1" flipV="1">
            <a:off x="3317862" y="464377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4FCD6D-36A7-4E5F-BCD9-AE367C819B7A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1560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3, 5,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0697701"/>
              </p:ext>
            </p:extLst>
          </p:nvPr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234179-8368-4C05-984E-D147444C459A}"/>
              </a:ext>
            </a:extLst>
          </p:cNvPr>
          <p:cNvSpPr txBox="1"/>
          <p:nvPr/>
        </p:nvSpPr>
        <p:spPr>
          <a:xfrm>
            <a:off x="3334750" y="3546873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 ,  ]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0A5BD0-97FF-4059-B965-E919E1B95E9F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8EA9F6FB-3B96-443F-86AA-713A6D82542C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E6602D-916C-40A3-9807-6856F7C0877D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106EFA-4CA3-4C90-8D10-474501CE6FBE}"/>
              </a:ext>
            </a:extLst>
          </p:cNvPr>
          <p:cNvSpPr txBox="1"/>
          <p:nvPr/>
        </p:nvSpPr>
        <p:spPr>
          <a:xfrm>
            <a:off x="3427929" y="4418750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5,  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4B02F8-9732-446C-87D3-7382F0FB8DA9}"/>
              </a:ext>
            </a:extLst>
          </p:cNvPr>
          <p:cNvSpPr txBox="1"/>
          <p:nvPr/>
        </p:nvSpPr>
        <p:spPr>
          <a:xfrm>
            <a:off x="3434417" y="5276826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5, 3]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FC0E492-D162-4820-A0D8-154DC251AA9A}"/>
              </a:ext>
            </a:extLst>
          </p:cNvPr>
          <p:cNvCxnSpPr/>
          <p:nvPr/>
        </p:nvCxnSpPr>
        <p:spPr>
          <a:xfrm flipH="1" flipV="1">
            <a:off x="324351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0CC124C9-E8E3-4AF1-BBB7-7E7C5854A866}"/>
              </a:ext>
            </a:extLst>
          </p:cNvPr>
          <p:cNvSpPr/>
          <p:nvPr/>
        </p:nvSpPr>
        <p:spPr>
          <a:xfrm>
            <a:off x="32739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851A5AA-0D27-468C-A127-1EC5D17D14B3}"/>
              </a:ext>
            </a:extLst>
          </p:cNvPr>
          <p:cNvSpPr/>
          <p:nvPr/>
        </p:nvSpPr>
        <p:spPr>
          <a:xfrm>
            <a:off x="32739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71683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12B2D4-32FE-42BD-8C1F-D18F4A89F69A}"/>
              </a:ext>
            </a:extLst>
          </p:cNvPr>
          <p:cNvCxnSpPr>
            <a:cxnSpLocks/>
          </p:cNvCxnSpPr>
          <p:nvPr/>
        </p:nvCxnSpPr>
        <p:spPr>
          <a:xfrm flipH="1" flipV="1">
            <a:off x="3317862" y="464377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4FCD6D-36A7-4E5F-BCD9-AE367C819B7A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1560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3, 5,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234179-8368-4C05-984E-D147444C459A}"/>
              </a:ext>
            </a:extLst>
          </p:cNvPr>
          <p:cNvSpPr txBox="1"/>
          <p:nvPr/>
        </p:nvSpPr>
        <p:spPr>
          <a:xfrm>
            <a:off x="3334750" y="3546873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 ,  ]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0A5BD0-97FF-4059-B965-E919E1B95E9F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8EA9F6FB-3B96-443F-86AA-713A6D82542C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E6602D-916C-40A3-9807-6856F7C0877D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106EFA-4CA3-4C90-8D10-474501CE6FBE}"/>
              </a:ext>
            </a:extLst>
          </p:cNvPr>
          <p:cNvSpPr txBox="1"/>
          <p:nvPr/>
        </p:nvSpPr>
        <p:spPr>
          <a:xfrm>
            <a:off x="3427929" y="4418750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5,  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4B02F8-9732-446C-87D3-7382F0FB8DA9}"/>
              </a:ext>
            </a:extLst>
          </p:cNvPr>
          <p:cNvSpPr txBox="1"/>
          <p:nvPr/>
        </p:nvSpPr>
        <p:spPr>
          <a:xfrm>
            <a:off x="3434417" y="5276826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5, 3]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FC0E492-D162-4820-A0D8-154DC251AA9A}"/>
              </a:ext>
            </a:extLst>
          </p:cNvPr>
          <p:cNvCxnSpPr/>
          <p:nvPr/>
        </p:nvCxnSpPr>
        <p:spPr>
          <a:xfrm flipH="1" flipV="1">
            <a:off x="324351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0CC124C9-E8E3-4AF1-BBB7-7E7C5854A866}"/>
              </a:ext>
            </a:extLst>
          </p:cNvPr>
          <p:cNvSpPr/>
          <p:nvPr/>
        </p:nvSpPr>
        <p:spPr>
          <a:xfrm>
            <a:off x="32739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851A5AA-0D27-468C-A127-1EC5D17D14B3}"/>
              </a:ext>
            </a:extLst>
          </p:cNvPr>
          <p:cNvSpPr/>
          <p:nvPr/>
        </p:nvSpPr>
        <p:spPr>
          <a:xfrm>
            <a:off x="32739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6841D87-3CB3-4935-9681-DD3159780621}"/>
              </a:ext>
            </a:extLst>
          </p:cNvPr>
          <p:cNvSpPr txBox="1"/>
          <p:nvPr/>
        </p:nvSpPr>
        <p:spPr>
          <a:xfrm>
            <a:off x="3117348" y="561866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Cycle!</a:t>
            </a:r>
          </a:p>
        </p:txBody>
      </p:sp>
    </p:spTree>
    <p:extLst>
      <p:ext uri="{BB962C8B-B14F-4D97-AF65-F5344CB8AC3E}">
        <p14:creationId xmlns:p14="http://schemas.microsoft.com/office/powerpoint/2010/main" val="263664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12B2D4-32FE-42BD-8C1F-D18F4A89F69A}"/>
              </a:ext>
            </a:extLst>
          </p:cNvPr>
          <p:cNvCxnSpPr>
            <a:cxnSpLocks/>
          </p:cNvCxnSpPr>
          <p:nvPr/>
        </p:nvCxnSpPr>
        <p:spPr>
          <a:xfrm flipH="1" flipV="1">
            <a:off x="3317862" y="464377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4FCD6D-36A7-4E5F-BCD9-AE367C819B7A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1560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3, 5,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6CBAC48-C1C5-43EB-9E1F-DFCE095FA80B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CFA38C3-2CCA-46A6-A523-3E3AED6251B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96E2A05A-0FF5-450E-BEAE-17ACF8D505CD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765D0ADC-4968-451D-9AEA-0FBB56A16DC8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A068B27-D8F1-497F-BB5F-CDECD69D9FC1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DB1B667F-ACC6-4EF5-BFD5-ABB5A36E1F75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388F0A12-FBD8-4ECB-B1F6-28EEDC7C7337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56CC95D9-D268-48CD-9738-8CA3708DAF3F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89DB4AD-FC58-4226-B64D-560213ACDCE5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19F30DB-1B3C-4AC3-9186-B89976765BE8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2D321B40-E5BD-43F9-96E7-896E73DA68D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5">
              <a:extLst>
                <a:ext uri="{FF2B5EF4-FFF2-40B4-BE49-F238E27FC236}">
                  <a16:creationId xmlns:a16="http://schemas.microsoft.com/office/drawing/2014/main" id="{C87BAA8E-BC2A-4D3B-B1DC-2B9FCA37F752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7DE2C47-6E8B-4D0F-9225-A4107142990D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6F5C6A0-6648-47FD-8C8A-07C292639D4A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3" name="TextBox 9">
              <a:extLst>
                <a:ext uri="{FF2B5EF4-FFF2-40B4-BE49-F238E27FC236}">
                  <a16:creationId xmlns:a16="http://schemas.microsoft.com/office/drawing/2014/main" id="{5134105C-16E4-442C-B871-E8886EA9B540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9BC24BF-5307-49B9-ABA8-0A8BFBD82D5B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5" name="TextBox 11">
              <a:extLst>
                <a:ext uri="{FF2B5EF4-FFF2-40B4-BE49-F238E27FC236}">
                  <a16:creationId xmlns:a16="http://schemas.microsoft.com/office/drawing/2014/main" id="{CB8F8065-80C8-4E86-BEEC-F370C5599A1D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08E007B0-62F7-4174-8FDB-456AEC39EBA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TextBox 13">
              <a:extLst>
                <a:ext uri="{FF2B5EF4-FFF2-40B4-BE49-F238E27FC236}">
                  <a16:creationId xmlns:a16="http://schemas.microsoft.com/office/drawing/2014/main" id="{16A5BB1D-BE5C-4827-A01A-64CBC56164B6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8" name="TextBox 35">
              <a:extLst>
                <a:ext uri="{FF2B5EF4-FFF2-40B4-BE49-F238E27FC236}">
                  <a16:creationId xmlns:a16="http://schemas.microsoft.com/office/drawing/2014/main" id="{B337F954-03A1-4467-B039-5A08D6BDA8F5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59" name="TextBox 36">
              <a:extLst>
                <a:ext uri="{FF2B5EF4-FFF2-40B4-BE49-F238E27FC236}">
                  <a16:creationId xmlns:a16="http://schemas.microsoft.com/office/drawing/2014/main" id="{E5C860B9-5AA1-40F4-BCD8-C7778D3F7EFA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TextBox 37">
              <a:extLst>
                <a:ext uri="{FF2B5EF4-FFF2-40B4-BE49-F238E27FC236}">
                  <a16:creationId xmlns:a16="http://schemas.microsoft.com/office/drawing/2014/main" id="{38CDC982-CC37-4FD1-861C-EDEB09DA4538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1" name="TextBox 38">
              <a:extLst>
                <a:ext uri="{FF2B5EF4-FFF2-40B4-BE49-F238E27FC236}">
                  <a16:creationId xmlns:a16="http://schemas.microsoft.com/office/drawing/2014/main" id="{799DDC8C-71B1-44FC-B761-02399B45ED43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2" name="TextBox 39">
              <a:extLst>
                <a:ext uri="{FF2B5EF4-FFF2-40B4-BE49-F238E27FC236}">
                  <a16:creationId xmlns:a16="http://schemas.microsoft.com/office/drawing/2014/main" id="{F0FB6541-999B-4E3A-849C-8A6810A90B36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3" name="TextBox 40">
              <a:extLst>
                <a:ext uri="{FF2B5EF4-FFF2-40B4-BE49-F238E27FC236}">
                  <a16:creationId xmlns:a16="http://schemas.microsoft.com/office/drawing/2014/main" id="{ED8048A8-DAD0-4E37-8740-4A09BB0A15D0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4" name="TextBox 41">
              <a:extLst>
                <a:ext uri="{FF2B5EF4-FFF2-40B4-BE49-F238E27FC236}">
                  <a16:creationId xmlns:a16="http://schemas.microsoft.com/office/drawing/2014/main" id="{2FC8174B-FE60-4703-87F4-E2BADEE4C774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TextBox 44">
              <a:extLst>
                <a:ext uri="{FF2B5EF4-FFF2-40B4-BE49-F238E27FC236}">
                  <a16:creationId xmlns:a16="http://schemas.microsoft.com/office/drawing/2014/main" id="{C818DCFE-A96E-4281-BED5-9B08F04B3395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6" name="TextBox 80">
              <a:extLst>
                <a:ext uri="{FF2B5EF4-FFF2-40B4-BE49-F238E27FC236}">
                  <a16:creationId xmlns:a16="http://schemas.microsoft.com/office/drawing/2014/main" id="{EEA58C24-D13C-4B89-8840-D72D97BFAF8C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67" name="TextBox 5">
              <a:extLst>
                <a:ext uri="{FF2B5EF4-FFF2-40B4-BE49-F238E27FC236}">
                  <a16:creationId xmlns:a16="http://schemas.microsoft.com/office/drawing/2014/main" id="{734C47AB-AE78-471C-90C5-F03BEE33D979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234179-8368-4C05-984E-D147444C459A}"/>
              </a:ext>
            </a:extLst>
          </p:cNvPr>
          <p:cNvSpPr txBox="1"/>
          <p:nvPr/>
        </p:nvSpPr>
        <p:spPr>
          <a:xfrm>
            <a:off x="3334750" y="3546873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 ,  ]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0A5BD0-97FF-4059-B965-E919E1B95E9F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8EA9F6FB-3B96-443F-86AA-713A6D82542C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E6602D-916C-40A3-9807-6856F7C0877D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106EFA-4CA3-4C90-8D10-474501CE6FBE}"/>
              </a:ext>
            </a:extLst>
          </p:cNvPr>
          <p:cNvSpPr txBox="1"/>
          <p:nvPr/>
        </p:nvSpPr>
        <p:spPr>
          <a:xfrm>
            <a:off x="3427929" y="4418750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5,  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54B02F8-9732-446C-87D3-7382F0FB8DA9}"/>
              </a:ext>
            </a:extLst>
          </p:cNvPr>
          <p:cNvSpPr txBox="1"/>
          <p:nvPr/>
        </p:nvSpPr>
        <p:spPr>
          <a:xfrm>
            <a:off x="3434417" y="5276826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4, 5, 3]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FC0E492-D162-4820-A0D8-154DC251AA9A}"/>
              </a:ext>
            </a:extLst>
          </p:cNvPr>
          <p:cNvCxnSpPr/>
          <p:nvPr/>
        </p:nvCxnSpPr>
        <p:spPr>
          <a:xfrm flipH="1" flipV="1">
            <a:off x="324351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0CC124C9-E8E3-4AF1-BBB7-7E7C5854A866}"/>
              </a:ext>
            </a:extLst>
          </p:cNvPr>
          <p:cNvSpPr/>
          <p:nvPr/>
        </p:nvSpPr>
        <p:spPr>
          <a:xfrm>
            <a:off x="32739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851A5AA-0D27-468C-A127-1EC5D17D14B3}"/>
              </a:ext>
            </a:extLst>
          </p:cNvPr>
          <p:cNvSpPr/>
          <p:nvPr/>
        </p:nvSpPr>
        <p:spPr>
          <a:xfrm>
            <a:off x="32739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FB79F4-0C58-41F5-AD7C-0A586B85D2AD}"/>
              </a:ext>
            </a:extLst>
          </p:cNvPr>
          <p:cNvSpPr txBox="1"/>
          <p:nvPr/>
        </p:nvSpPr>
        <p:spPr>
          <a:xfrm>
            <a:off x="2527230" y="5898118"/>
            <a:ext cx="460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cost = 240 + 300 + 470 + 350 + 200 = 1560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BECF7A-2BF9-485B-9C71-F9DDC10AAE0E}"/>
              </a:ext>
            </a:extLst>
          </p:cNvPr>
          <p:cNvSpPr txBox="1"/>
          <p:nvPr/>
        </p:nvSpPr>
        <p:spPr>
          <a:xfrm>
            <a:off x="7235960" y="5866159"/>
            <a:ext cx="2651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  less than </a:t>
            </a:r>
            <a:r>
              <a:rPr lang="en-US" dirty="0" err="1">
                <a:solidFill>
                  <a:srgbClr val="C00000"/>
                </a:solidFill>
              </a:rPr>
              <a:t>minCost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94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B2B1FFD-EA7F-4E5C-98D7-915270473BEC}"/>
              </a:ext>
            </a:extLst>
          </p:cNvPr>
          <p:cNvCxnSpPr>
            <a:cxnSpLocks/>
          </p:cNvCxnSpPr>
          <p:nvPr/>
        </p:nvCxnSpPr>
        <p:spPr>
          <a:xfrm flipH="1" flipV="1">
            <a:off x="3718533" y="465963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459CF45-70DA-4D9E-A679-1EC80887B593}"/>
              </a:ext>
            </a:extLst>
          </p:cNvPr>
          <p:cNvCxnSpPr>
            <a:cxnSpLocks/>
            <a:stCxn id="108" idx="4"/>
          </p:cNvCxnSpPr>
          <p:nvPr/>
        </p:nvCxnSpPr>
        <p:spPr>
          <a:xfrm flipH="1" flipV="1">
            <a:off x="3727380" y="3768090"/>
            <a:ext cx="3810" cy="92964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12B2D4-32FE-42BD-8C1F-D18F4A89F69A}"/>
              </a:ext>
            </a:extLst>
          </p:cNvPr>
          <p:cNvCxnSpPr>
            <a:cxnSpLocks/>
          </p:cNvCxnSpPr>
          <p:nvPr/>
        </p:nvCxnSpPr>
        <p:spPr>
          <a:xfrm flipH="1" flipV="1">
            <a:off x="3317862" y="464377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4FCD6D-36A7-4E5F-BCD9-AE367C819B7A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1560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3, 5,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0A5BD0-97FF-4059-B965-E919E1B95E9F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8EA9F6FB-3B96-443F-86AA-713A6D82542C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E6602D-916C-40A3-9807-6856F7C0877D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FC0E492-D162-4820-A0D8-154DC251AA9A}"/>
              </a:ext>
            </a:extLst>
          </p:cNvPr>
          <p:cNvCxnSpPr/>
          <p:nvPr/>
        </p:nvCxnSpPr>
        <p:spPr>
          <a:xfrm flipH="1" flipV="1">
            <a:off x="324351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0CC124C9-E8E3-4AF1-BBB7-7E7C5854A866}"/>
              </a:ext>
            </a:extLst>
          </p:cNvPr>
          <p:cNvSpPr/>
          <p:nvPr/>
        </p:nvSpPr>
        <p:spPr>
          <a:xfrm>
            <a:off x="32739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851A5AA-0D27-468C-A127-1EC5D17D14B3}"/>
              </a:ext>
            </a:extLst>
          </p:cNvPr>
          <p:cNvSpPr/>
          <p:nvPr/>
        </p:nvSpPr>
        <p:spPr>
          <a:xfrm>
            <a:off x="32739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926D831-1086-4774-B1C2-0AAF82198312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7E4697B-427D-4BF2-86C4-A6E4A8F9827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D1C6E5C-7A20-4346-BA95-F553952A2251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DFFBB9D-7250-4CFD-95E7-072F00A172EA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7EFBCD9-CB58-4B88-A29E-004E4D59EC92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7F4046E-2789-4898-9C3D-37CC69879C34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8E7C15B-4A18-45A9-B51A-20CB7878AEF2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126B7D5-C3D0-4979-8C5A-660E3A08E60A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53E9FF7-7821-4EE9-8435-C1B8FBF4AD3F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AE8B855-9544-4414-94B6-605F1B0D845C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BBBEBBC-D91F-447A-9A59-256644CFA87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TextBox 5">
              <a:extLst>
                <a:ext uri="{FF2B5EF4-FFF2-40B4-BE49-F238E27FC236}">
                  <a16:creationId xmlns:a16="http://schemas.microsoft.com/office/drawing/2014/main" id="{A8A3D5BB-D1AD-44D4-BA89-F2986C359269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E78B1BA-49E0-4E1E-B33B-96664A047440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D5C6205F-93C2-48EB-9123-C012A55BE5B2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0" name="TextBox 9">
              <a:extLst>
                <a:ext uri="{FF2B5EF4-FFF2-40B4-BE49-F238E27FC236}">
                  <a16:creationId xmlns:a16="http://schemas.microsoft.com/office/drawing/2014/main" id="{211F2DDD-C2E2-4897-ABCF-4ADF040F98F4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428C1A4-1EF8-4823-8BBD-09017918CFD0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2" name="TextBox 11">
              <a:extLst>
                <a:ext uri="{FF2B5EF4-FFF2-40B4-BE49-F238E27FC236}">
                  <a16:creationId xmlns:a16="http://schemas.microsoft.com/office/drawing/2014/main" id="{83FD82AB-72A5-4324-940E-E26E1A828944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52327E7-0BAB-4865-AB93-B8C4024AE44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4" name="TextBox 13">
              <a:extLst>
                <a:ext uri="{FF2B5EF4-FFF2-40B4-BE49-F238E27FC236}">
                  <a16:creationId xmlns:a16="http://schemas.microsoft.com/office/drawing/2014/main" id="{D62EDBA6-492B-4586-8D09-FBC83D698A71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TextBox 35">
              <a:extLst>
                <a:ext uri="{FF2B5EF4-FFF2-40B4-BE49-F238E27FC236}">
                  <a16:creationId xmlns:a16="http://schemas.microsoft.com/office/drawing/2014/main" id="{EEB63984-708A-41DF-A5EE-ED34D2ECE38C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6" name="TextBox 36">
              <a:extLst>
                <a:ext uri="{FF2B5EF4-FFF2-40B4-BE49-F238E27FC236}">
                  <a16:creationId xmlns:a16="http://schemas.microsoft.com/office/drawing/2014/main" id="{823C076B-851B-4018-9A1F-336658950789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TextBox 37">
              <a:extLst>
                <a:ext uri="{FF2B5EF4-FFF2-40B4-BE49-F238E27FC236}">
                  <a16:creationId xmlns:a16="http://schemas.microsoft.com/office/drawing/2014/main" id="{0012AEC0-8ABC-4834-8D11-0A60D5C46BCE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8" name="TextBox 38">
              <a:extLst>
                <a:ext uri="{FF2B5EF4-FFF2-40B4-BE49-F238E27FC236}">
                  <a16:creationId xmlns:a16="http://schemas.microsoft.com/office/drawing/2014/main" id="{A35B300C-3123-4B6B-85A6-6BFA71AF32C6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9" name="TextBox 39">
              <a:extLst>
                <a:ext uri="{FF2B5EF4-FFF2-40B4-BE49-F238E27FC236}">
                  <a16:creationId xmlns:a16="http://schemas.microsoft.com/office/drawing/2014/main" id="{DFD31700-A6DB-4E53-B43B-A0373129A9FC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0" name="TextBox 40">
              <a:extLst>
                <a:ext uri="{FF2B5EF4-FFF2-40B4-BE49-F238E27FC236}">
                  <a16:creationId xmlns:a16="http://schemas.microsoft.com/office/drawing/2014/main" id="{2408C17B-BD10-4824-8BB0-2809FD75028A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1" name="TextBox 41">
              <a:extLst>
                <a:ext uri="{FF2B5EF4-FFF2-40B4-BE49-F238E27FC236}">
                  <a16:creationId xmlns:a16="http://schemas.microsoft.com/office/drawing/2014/main" id="{A0BA4EEF-D016-4689-9251-EB5D16B2AD12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2" name="TextBox 44">
              <a:extLst>
                <a:ext uri="{FF2B5EF4-FFF2-40B4-BE49-F238E27FC236}">
                  <a16:creationId xmlns:a16="http://schemas.microsoft.com/office/drawing/2014/main" id="{D338C7F9-418E-4C35-8480-47D957D4DECD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3" name="TextBox 80">
              <a:extLst>
                <a:ext uri="{FF2B5EF4-FFF2-40B4-BE49-F238E27FC236}">
                  <a16:creationId xmlns:a16="http://schemas.microsoft.com/office/drawing/2014/main" id="{BD6AD918-84C8-4AEB-AE9E-E25536EF6AC6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4" name="TextBox 5">
              <a:extLst>
                <a:ext uri="{FF2B5EF4-FFF2-40B4-BE49-F238E27FC236}">
                  <a16:creationId xmlns:a16="http://schemas.microsoft.com/office/drawing/2014/main" id="{18A8AC65-12F7-4DAE-B8A6-4E9FF5492F85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2D3FF14-3581-4DB1-B42C-8CE40EE0EEC8}"/>
              </a:ext>
            </a:extLst>
          </p:cNvPr>
          <p:cNvCxnSpPr/>
          <p:nvPr/>
        </p:nvCxnSpPr>
        <p:spPr>
          <a:xfrm>
            <a:off x="3502590" y="2678430"/>
            <a:ext cx="24384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9BAE1C68-C5A5-4739-9BA7-45B8B7CC11A7}"/>
              </a:ext>
            </a:extLst>
          </p:cNvPr>
          <p:cNvSpPr/>
          <p:nvPr/>
        </p:nvSpPr>
        <p:spPr>
          <a:xfrm>
            <a:off x="368547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513FD3B-2DF0-4654-8F69-24610644BA9A}"/>
              </a:ext>
            </a:extLst>
          </p:cNvPr>
          <p:cNvSpPr/>
          <p:nvPr/>
        </p:nvSpPr>
        <p:spPr>
          <a:xfrm>
            <a:off x="368547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7256F99-4230-4910-AC52-B597FA491025}"/>
              </a:ext>
            </a:extLst>
          </p:cNvPr>
          <p:cNvSpPr/>
          <p:nvPr/>
        </p:nvSpPr>
        <p:spPr>
          <a:xfrm>
            <a:off x="368547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B58112-D0A7-42E5-A2E6-0D072AAF70E0}"/>
              </a:ext>
            </a:extLst>
          </p:cNvPr>
          <p:cNvSpPr txBox="1"/>
          <p:nvPr/>
        </p:nvSpPr>
        <p:spPr>
          <a:xfrm>
            <a:off x="3799891" y="3526057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5,  ,  ]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98F0F24-5830-47E7-B37C-60EB651E22BA}"/>
              </a:ext>
            </a:extLst>
          </p:cNvPr>
          <p:cNvSpPr txBox="1"/>
          <p:nvPr/>
        </p:nvSpPr>
        <p:spPr>
          <a:xfrm>
            <a:off x="3790691" y="4412087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5, 3,  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B6F5DAB-6F51-48C6-BD04-BB5BEBD7506D}"/>
              </a:ext>
            </a:extLst>
          </p:cNvPr>
          <p:cNvSpPr txBox="1"/>
          <p:nvPr/>
        </p:nvSpPr>
        <p:spPr>
          <a:xfrm>
            <a:off x="3764049" y="5265595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5, 3, 4]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868B200-B07A-4537-AB15-966F7F9457AB}"/>
              </a:ext>
            </a:extLst>
          </p:cNvPr>
          <p:cNvSpPr txBox="1"/>
          <p:nvPr/>
        </p:nvSpPr>
        <p:spPr>
          <a:xfrm>
            <a:off x="2527230" y="5898118"/>
            <a:ext cx="460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cost = 240 + 500 + 350 + 110 + 150 = 1350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F11A593-EC9E-41ED-A8B4-BFD24D946084}"/>
              </a:ext>
            </a:extLst>
          </p:cNvPr>
          <p:cNvSpPr txBox="1"/>
          <p:nvPr/>
        </p:nvSpPr>
        <p:spPr>
          <a:xfrm>
            <a:off x="7235960" y="5866159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&lt;  </a:t>
            </a:r>
            <a:r>
              <a:rPr lang="en-US" dirty="0" err="1">
                <a:solidFill>
                  <a:srgbClr val="C00000"/>
                </a:solidFill>
              </a:rPr>
              <a:t>minCost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EE95F4B-5BEE-4EAC-89A6-23AC2F75A32C}"/>
              </a:ext>
            </a:extLst>
          </p:cNvPr>
          <p:cNvSpPr txBox="1"/>
          <p:nvPr/>
        </p:nvSpPr>
        <p:spPr>
          <a:xfrm>
            <a:off x="625126" y="618830"/>
            <a:ext cx="114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UPDATE:</a:t>
            </a:r>
          </a:p>
        </p:txBody>
      </p:sp>
    </p:spTree>
    <p:extLst>
      <p:ext uri="{BB962C8B-B14F-4D97-AF65-F5344CB8AC3E}">
        <p14:creationId xmlns:p14="http://schemas.microsoft.com/office/powerpoint/2010/main" val="166591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118" grpId="0"/>
      <p:bldP spid="1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B2B1FFD-EA7F-4E5C-98D7-915270473BEC}"/>
              </a:ext>
            </a:extLst>
          </p:cNvPr>
          <p:cNvCxnSpPr>
            <a:cxnSpLocks/>
          </p:cNvCxnSpPr>
          <p:nvPr/>
        </p:nvCxnSpPr>
        <p:spPr>
          <a:xfrm flipH="1" flipV="1">
            <a:off x="3718533" y="465963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459CF45-70DA-4D9E-A679-1EC80887B593}"/>
              </a:ext>
            </a:extLst>
          </p:cNvPr>
          <p:cNvCxnSpPr>
            <a:cxnSpLocks/>
            <a:stCxn id="108" idx="4"/>
          </p:cNvCxnSpPr>
          <p:nvPr/>
        </p:nvCxnSpPr>
        <p:spPr>
          <a:xfrm flipH="1" flipV="1">
            <a:off x="3727380" y="3768090"/>
            <a:ext cx="3810" cy="92964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12B2D4-32FE-42BD-8C1F-D18F4A89F69A}"/>
              </a:ext>
            </a:extLst>
          </p:cNvPr>
          <p:cNvCxnSpPr>
            <a:cxnSpLocks/>
          </p:cNvCxnSpPr>
          <p:nvPr/>
        </p:nvCxnSpPr>
        <p:spPr>
          <a:xfrm flipH="1" flipV="1">
            <a:off x="3317862" y="464377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4FCD6D-36A7-4E5F-BCD9-AE367C819B7A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minCost</a:t>
            </a:r>
            <a:r>
              <a:rPr lang="en-US" dirty="0">
                <a:solidFill>
                  <a:srgbClr val="C00000"/>
                </a:solidFill>
              </a:rPr>
              <a:t> = 1350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minTour</a:t>
            </a:r>
            <a:r>
              <a:rPr lang="en-US" dirty="0">
                <a:solidFill>
                  <a:srgbClr val="C00000"/>
                </a:solidFill>
              </a:rPr>
              <a:t> = [1, 2, 5, 3,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0A5BD0-97FF-4059-B965-E919E1B95E9F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8EA9F6FB-3B96-443F-86AA-713A6D82542C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E6602D-916C-40A3-9807-6856F7C0877D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FC0E492-D162-4820-A0D8-154DC251AA9A}"/>
              </a:ext>
            </a:extLst>
          </p:cNvPr>
          <p:cNvCxnSpPr/>
          <p:nvPr/>
        </p:nvCxnSpPr>
        <p:spPr>
          <a:xfrm flipH="1" flipV="1">
            <a:off x="324351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0CC124C9-E8E3-4AF1-BBB7-7E7C5854A866}"/>
              </a:ext>
            </a:extLst>
          </p:cNvPr>
          <p:cNvSpPr/>
          <p:nvPr/>
        </p:nvSpPr>
        <p:spPr>
          <a:xfrm>
            <a:off x="32739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851A5AA-0D27-468C-A127-1EC5D17D14B3}"/>
              </a:ext>
            </a:extLst>
          </p:cNvPr>
          <p:cNvSpPr/>
          <p:nvPr/>
        </p:nvSpPr>
        <p:spPr>
          <a:xfrm>
            <a:off x="32739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926D831-1086-4774-B1C2-0AAF82198312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7E4697B-427D-4BF2-86C4-A6E4A8F9827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D1C6E5C-7A20-4346-BA95-F553952A2251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DFFBB9D-7250-4CFD-95E7-072F00A172EA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7EFBCD9-CB58-4B88-A29E-004E4D59EC92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7F4046E-2789-4898-9C3D-37CC69879C34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8E7C15B-4A18-45A9-B51A-20CB7878AEF2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126B7D5-C3D0-4979-8C5A-660E3A08E60A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53E9FF7-7821-4EE9-8435-C1B8FBF4AD3F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AE8B855-9544-4414-94B6-605F1B0D845C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BBBEBBC-D91F-447A-9A59-256644CFA87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TextBox 5">
              <a:extLst>
                <a:ext uri="{FF2B5EF4-FFF2-40B4-BE49-F238E27FC236}">
                  <a16:creationId xmlns:a16="http://schemas.microsoft.com/office/drawing/2014/main" id="{A8A3D5BB-D1AD-44D4-BA89-F2986C359269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E78B1BA-49E0-4E1E-B33B-96664A047440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D5C6205F-93C2-48EB-9123-C012A55BE5B2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0" name="TextBox 9">
              <a:extLst>
                <a:ext uri="{FF2B5EF4-FFF2-40B4-BE49-F238E27FC236}">
                  <a16:creationId xmlns:a16="http://schemas.microsoft.com/office/drawing/2014/main" id="{211F2DDD-C2E2-4897-ABCF-4ADF040F98F4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428C1A4-1EF8-4823-8BBD-09017918CFD0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2" name="TextBox 11">
              <a:extLst>
                <a:ext uri="{FF2B5EF4-FFF2-40B4-BE49-F238E27FC236}">
                  <a16:creationId xmlns:a16="http://schemas.microsoft.com/office/drawing/2014/main" id="{83FD82AB-72A5-4324-940E-E26E1A828944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52327E7-0BAB-4865-AB93-B8C4024AE44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4" name="TextBox 13">
              <a:extLst>
                <a:ext uri="{FF2B5EF4-FFF2-40B4-BE49-F238E27FC236}">
                  <a16:creationId xmlns:a16="http://schemas.microsoft.com/office/drawing/2014/main" id="{D62EDBA6-492B-4586-8D09-FBC83D698A71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TextBox 35">
              <a:extLst>
                <a:ext uri="{FF2B5EF4-FFF2-40B4-BE49-F238E27FC236}">
                  <a16:creationId xmlns:a16="http://schemas.microsoft.com/office/drawing/2014/main" id="{EEB63984-708A-41DF-A5EE-ED34D2ECE38C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6" name="TextBox 36">
              <a:extLst>
                <a:ext uri="{FF2B5EF4-FFF2-40B4-BE49-F238E27FC236}">
                  <a16:creationId xmlns:a16="http://schemas.microsoft.com/office/drawing/2014/main" id="{823C076B-851B-4018-9A1F-336658950789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TextBox 37">
              <a:extLst>
                <a:ext uri="{FF2B5EF4-FFF2-40B4-BE49-F238E27FC236}">
                  <a16:creationId xmlns:a16="http://schemas.microsoft.com/office/drawing/2014/main" id="{0012AEC0-8ABC-4834-8D11-0A60D5C46BCE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8" name="TextBox 38">
              <a:extLst>
                <a:ext uri="{FF2B5EF4-FFF2-40B4-BE49-F238E27FC236}">
                  <a16:creationId xmlns:a16="http://schemas.microsoft.com/office/drawing/2014/main" id="{A35B300C-3123-4B6B-85A6-6BFA71AF32C6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9" name="TextBox 39">
              <a:extLst>
                <a:ext uri="{FF2B5EF4-FFF2-40B4-BE49-F238E27FC236}">
                  <a16:creationId xmlns:a16="http://schemas.microsoft.com/office/drawing/2014/main" id="{DFD31700-A6DB-4E53-B43B-A0373129A9FC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0" name="TextBox 40">
              <a:extLst>
                <a:ext uri="{FF2B5EF4-FFF2-40B4-BE49-F238E27FC236}">
                  <a16:creationId xmlns:a16="http://schemas.microsoft.com/office/drawing/2014/main" id="{2408C17B-BD10-4824-8BB0-2809FD75028A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1" name="TextBox 41">
              <a:extLst>
                <a:ext uri="{FF2B5EF4-FFF2-40B4-BE49-F238E27FC236}">
                  <a16:creationId xmlns:a16="http://schemas.microsoft.com/office/drawing/2014/main" id="{A0BA4EEF-D016-4689-9251-EB5D16B2AD12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2" name="TextBox 44">
              <a:extLst>
                <a:ext uri="{FF2B5EF4-FFF2-40B4-BE49-F238E27FC236}">
                  <a16:creationId xmlns:a16="http://schemas.microsoft.com/office/drawing/2014/main" id="{D338C7F9-418E-4C35-8480-47D957D4DECD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3" name="TextBox 80">
              <a:extLst>
                <a:ext uri="{FF2B5EF4-FFF2-40B4-BE49-F238E27FC236}">
                  <a16:creationId xmlns:a16="http://schemas.microsoft.com/office/drawing/2014/main" id="{BD6AD918-84C8-4AEB-AE9E-E25536EF6AC6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4" name="TextBox 5">
              <a:extLst>
                <a:ext uri="{FF2B5EF4-FFF2-40B4-BE49-F238E27FC236}">
                  <a16:creationId xmlns:a16="http://schemas.microsoft.com/office/drawing/2014/main" id="{18A8AC65-12F7-4DAE-B8A6-4E9FF5492F85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2D3FF14-3581-4DB1-B42C-8CE40EE0EEC8}"/>
              </a:ext>
            </a:extLst>
          </p:cNvPr>
          <p:cNvCxnSpPr/>
          <p:nvPr/>
        </p:nvCxnSpPr>
        <p:spPr>
          <a:xfrm>
            <a:off x="3502590" y="2678430"/>
            <a:ext cx="24384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9BAE1C68-C5A5-4739-9BA7-45B8B7CC11A7}"/>
              </a:ext>
            </a:extLst>
          </p:cNvPr>
          <p:cNvSpPr/>
          <p:nvPr/>
        </p:nvSpPr>
        <p:spPr>
          <a:xfrm>
            <a:off x="368547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513FD3B-2DF0-4654-8F69-24610644BA9A}"/>
              </a:ext>
            </a:extLst>
          </p:cNvPr>
          <p:cNvSpPr/>
          <p:nvPr/>
        </p:nvSpPr>
        <p:spPr>
          <a:xfrm>
            <a:off x="368547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7256F99-4230-4910-AC52-B597FA491025}"/>
              </a:ext>
            </a:extLst>
          </p:cNvPr>
          <p:cNvSpPr/>
          <p:nvPr/>
        </p:nvSpPr>
        <p:spPr>
          <a:xfrm>
            <a:off x="368547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B58112-D0A7-42E5-A2E6-0D072AAF70E0}"/>
              </a:ext>
            </a:extLst>
          </p:cNvPr>
          <p:cNvSpPr txBox="1"/>
          <p:nvPr/>
        </p:nvSpPr>
        <p:spPr>
          <a:xfrm>
            <a:off x="3799891" y="3526057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5,  ,  ]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98F0F24-5830-47E7-B37C-60EB651E22BA}"/>
              </a:ext>
            </a:extLst>
          </p:cNvPr>
          <p:cNvSpPr txBox="1"/>
          <p:nvPr/>
        </p:nvSpPr>
        <p:spPr>
          <a:xfrm>
            <a:off x="3790691" y="4412087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5, 3,  ]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B6F5DAB-6F51-48C6-BD04-BB5BEBD7506D}"/>
              </a:ext>
            </a:extLst>
          </p:cNvPr>
          <p:cNvSpPr txBox="1"/>
          <p:nvPr/>
        </p:nvSpPr>
        <p:spPr>
          <a:xfrm>
            <a:off x="3764049" y="5265595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5, 3, 4]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868B200-B07A-4537-AB15-966F7F9457AB}"/>
              </a:ext>
            </a:extLst>
          </p:cNvPr>
          <p:cNvSpPr txBox="1"/>
          <p:nvPr/>
        </p:nvSpPr>
        <p:spPr>
          <a:xfrm>
            <a:off x="2527230" y="5898118"/>
            <a:ext cx="460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cost = 240 + 500 + 350 + 110 + 150 = 1350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F11A593-EC9E-41ED-A8B4-BFD24D946084}"/>
              </a:ext>
            </a:extLst>
          </p:cNvPr>
          <p:cNvSpPr txBox="1"/>
          <p:nvPr/>
        </p:nvSpPr>
        <p:spPr>
          <a:xfrm>
            <a:off x="7235960" y="5866159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&lt;  </a:t>
            </a:r>
            <a:r>
              <a:rPr lang="en-US" dirty="0" err="1">
                <a:solidFill>
                  <a:srgbClr val="C00000"/>
                </a:solidFill>
              </a:rPr>
              <a:t>minCost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F533957-E239-4B44-80BD-9AD25970C8E9}"/>
              </a:ext>
            </a:extLst>
          </p:cNvPr>
          <p:cNvSpPr txBox="1"/>
          <p:nvPr/>
        </p:nvSpPr>
        <p:spPr>
          <a:xfrm>
            <a:off x="625126" y="618830"/>
            <a:ext cx="1141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UPDATE:</a:t>
            </a:r>
          </a:p>
        </p:txBody>
      </p:sp>
    </p:spTree>
    <p:extLst>
      <p:ext uri="{BB962C8B-B14F-4D97-AF65-F5344CB8AC3E}">
        <p14:creationId xmlns:p14="http://schemas.microsoft.com/office/powerpoint/2010/main" val="5867126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044371D-438C-456C-9F24-49E4B232EAAA}"/>
              </a:ext>
            </a:extLst>
          </p:cNvPr>
          <p:cNvCxnSpPr>
            <a:cxnSpLocks/>
          </p:cNvCxnSpPr>
          <p:nvPr/>
        </p:nvCxnSpPr>
        <p:spPr>
          <a:xfrm flipH="1" flipV="1">
            <a:off x="3999454" y="466644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2208629-9139-4633-A3DF-7915464C77EF}"/>
              </a:ext>
            </a:extLst>
          </p:cNvPr>
          <p:cNvCxnSpPr/>
          <p:nvPr/>
        </p:nvCxnSpPr>
        <p:spPr>
          <a:xfrm flipH="1" flipV="1">
            <a:off x="3723570" y="3775710"/>
            <a:ext cx="28194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9FA519F-583B-4345-8FEE-D6B4FC2B5FED}"/>
              </a:ext>
            </a:extLst>
          </p:cNvPr>
          <p:cNvCxnSpPr>
            <a:cxnSpLocks/>
          </p:cNvCxnSpPr>
          <p:nvPr/>
        </p:nvCxnSpPr>
        <p:spPr>
          <a:xfrm flipH="1" flipV="1">
            <a:off x="3718533" y="465963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459CF45-70DA-4D9E-A679-1EC80887B593}"/>
              </a:ext>
            </a:extLst>
          </p:cNvPr>
          <p:cNvCxnSpPr>
            <a:cxnSpLocks/>
            <a:stCxn id="108" idx="4"/>
          </p:cNvCxnSpPr>
          <p:nvPr/>
        </p:nvCxnSpPr>
        <p:spPr>
          <a:xfrm flipH="1" flipV="1">
            <a:off x="3727380" y="3768090"/>
            <a:ext cx="3810" cy="92964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912B2D4-32FE-42BD-8C1F-D18F4A89F69A}"/>
              </a:ext>
            </a:extLst>
          </p:cNvPr>
          <p:cNvCxnSpPr>
            <a:cxnSpLocks/>
          </p:cNvCxnSpPr>
          <p:nvPr/>
        </p:nvCxnSpPr>
        <p:spPr>
          <a:xfrm flipH="1" flipV="1">
            <a:off x="3317862" y="464377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B4FCD6D-36A7-4E5F-BCD9-AE367C819B7A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377D124-23B7-4C76-91C6-02C039603574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FDAA35-2ED3-404B-AF40-48C685D0A62B}"/>
              </a:ext>
            </a:extLst>
          </p:cNvPr>
          <p:cNvCxnSpPr/>
          <p:nvPr/>
        </p:nvCxnSpPr>
        <p:spPr>
          <a:xfrm flipV="1">
            <a:off x="2604232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9FC8B7B-DDCF-48DB-91CB-93387E958A78}"/>
              </a:ext>
            </a:extLst>
          </p:cNvPr>
          <p:cNvCxnSpPr>
            <a:cxnSpLocks/>
            <a:stCxn id="54" idx="7"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79416F77-0760-4E26-9FEA-E577C93DF38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1350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04D94C2-3398-4E31-A1CF-932D03E43CF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5, 3, 4]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F19A519-AD4F-4733-B621-99A0374CEAB5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1E3000A-C681-41F0-909C-9F9B6EFCEAAE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0A041F-65E8-4A0E-B2C6-C519017C290E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B4459BD-F3C8-4731-9650-A81FDD4374D4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F598BCC-9C39-4B5F-AAEA-40CE4193FD33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DECA2EA-1039-469A-B2BA-8C20F585DC1B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118CF8-2D75-4D17-9242-9C8478CA1ED9}"/>
              </a:ext>
            </a:extLst>
          </p:cNvPr>
          <p:cNvSpPr txBox="1"/>
          <p:nvPr/>
        </p:nvSpPr>
        <p:spPr>
          <a:xfrm>
            <a:off x="1064636" y="353888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3,  ,  ]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BD1E486-5185-4004-9C64-6E2F156DF735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02783DD-2091-41DE-B4A5-37DBC81A9713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6AED3610-E7D8-4CAF-BC4C-D39C88D468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671" y="803496"/>
          <a:ext cx="2622478" cy="158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Equation" r:id="rId3" imgW="1904760" imgH="1143000" progId="Equation.DSMT4">
                  <p:embed/>
                </p:oleObj>
              </mc:Choice>
              <mc:Fallback>
                <p:oleObj name="Equation" r:id="rId3" imgW="1904760" imgH="1143000" progId="Equation.DSMT4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6AED3610-E7D8-4CAF-BC4C-D39C88D468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1671" y="803496"/>
                        <a:ext cx="2622478" cy="15827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1A2AA7-EA77-4442-9B54-570C9D5C564D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10B15013-6B3F-42C9-9B73-1A5E3D0B524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80A5BD0-97FF-4059-B965-E919E1B95E9F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8EA9F6FB-3B96-443F-86AA-713A6D82542C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50E6602D-916C-40A3-9807-6856F7C0877D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FC0E492-D162-4820-A0D8-154DC251AA9A}"/>
              </a:ext>
            </a:extLst>
          </p:cNvPr>
          <p:cNvCxnSpPr/>
          <p:nvPr/>
        </p:nvCxnSpPr>
        <p:spPr>
          <a:xfrm flipH="1" flipV="1">
            <a:off x="324351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0CC124C9-E8E3-4AF1-BBB7-7E7C5854A866}"/>
              </a:ext>
            </a:extLst>
          </p:cNvPr>
          <p:cNvSpPr/>
          <p:nvPr/>
        </p:nvSpPr>
        <p:spPr>
          <a:xfrm>
            <a:off x="32739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851A5AA-0D27-468C-A127-1EC5D17D14B3}"/>
              </a:ext>
            </a:extLst>
          </p:cNvPr>
          <p:cNvSpPr/>
          <p:nvPr/>
        </p:nvSpPr>
        <p:spPr>
          <a:xfrm>
            <a:off x="32739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926D831-1086-4774-B1C2-0AAF82198312}"/>
              </a:ext>
            </a:extLst>
          </p:cNvPr>
          <p:cNvGrpSpPr/>
          <p:nvPr/>
        </p:nvGrpSpPr>
        <p:grpSpPr>
          <a:xfrm>
            <a:off x="5520191" y="3041916"/>
            <a:ext cx="4233412" cy="2730368"/>
            <a:chOff x="-55710" y="0"/>
            <a:chExt cx="2940424" cy="1896291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7E4697B-427D-4BF2-86C4-A6E4A8F98276}"/>
                </a:ext>
              </a:extLst>
            </p:cNvPr>
            <p:cNvCxnSpPr/>
            <p:nvPr/>
          </p:nvCxnSpPr>
          <p:spPr>
            <a:xfrm flipV="1">
              <a:off x="293914" y="239486"/>
              <a:ext cx="2148514" cy="37527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D1C6E5C-7A20-4346-BA95-F553952A2251}"/>
                </a:ext>
              </a:extLst>
            </p:cNvPr>
            <p:cNvCxnSpPr/>
            <p:nvPr/>
          </p:nvCxnSpPr>
          <p:spPr>
            <a:xfrm flipH="1">
              <a:off x="304800" y="315686"/>
              <a:ext cx="7176" cy="590421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DFFBB9D-7250-4CFD-95E7-072F00A172EA}"/>
                </a:ext>
              </a:extLst>
            </p:cNvPr>
            <p:cNvCxnSpPr/>
            <p:nvPr/>
          </p:nvCxnSpPr>
          <p:spPr>
            <a:xfrm flipV="1">
              <a:off x="304800" y="903514"/>
              <a:ext cx="1024064" cy="13360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7EFBCD9-CB58-4B88-A29E-004E4D59EC92}"/>
                </a:ext>
              </a:extLst>
            </p:cNvPr>
            <p:cNvCxnSpPr/>
            <p:nvPr/>
          </p:nvCxnSpPr>
          <p:spPr>
            <a:xfrm flipH="1" flipV="1">
              <a:off x="304800" y="283028"/>
              <a:ext cx="1037531" cy="6147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7F4046E-2789-4898-9C3D-37CC69879C34}"/>
                </a:ext>
              </a:extLst>
            </p:cNvPr>
            <p:cNvCxnSpPr/>
            <p:nvPr/>
          </p:nvCxnSpPr>
          <p:spPr>
            <a:xfrm>
              <a:off x="304800" y="914400"/>
              <a:ext cx="1648340" cy="802453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8E7C15B-4A18-45A9-B51A-20CB7878AEF2}"/>
                </a:ext>
              </a:extLst>
            </p:cNvPr>
            <p:cNvCxnSpPr/>
            <p:nvPr/>
          </p:nvCxnSpPr>
          <p:spPr>
            <a:xfrm flipV="1">
              <a:off x="1338942" y="261257"/>
              <a:ext cx="1108159" cy="657444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126B7D5-C3D0-4979-8C5A-660E3A08E60A}"/>
                </a:ext>
              </a:extLst>
            </p:cNvPr>
            <p:cNvCxnSpPr/>
            <p:nvPr/>
          </p:nvCxnSpPr>
          <p:spPr>
            <a:xfrm flipH="1">
              <a:off x="1959428" y="239486"/>
              <a:ext cx="490096" cy="1461968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53E9FF7-7821-4EE9-8435-C1B8FBF4AD3F}"/>
                </a:ext>
              </a:extLst>
            </p:cNvPr>
            <p:cNvCxnSpPr/>
            <p:nvPr/>
          </p:nvCxnSpPr>
          <p:spPr>
            <a:xfrm>
              <a:off x="1360714" y="936171"/>
              <a:ext cx="593919" cy="787016"/>
            </a:xfrm>
            <a:prstGeom prst="line">
              <a:avLst/>
            </a:prstGeom>
            <a:ln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AE8B855-9544-4414-94B6-605F1B0D845C}"/>
                </a:ext>
              </a:extLst>
            </p:cNvPr>
            <p:cNvCxnSpPr/>
            <p:nvPr/>
          </p:nvCxnSpPr>
          <p:spPr>
            <a:xfrm flipV="1">
              <a:off x="272142" y="239486"/>
              <a:ext cx="2205282" cy="671327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BBBEBBC-D91F-447A-9A59-256644CFA877}"/>
                </a:ext>
              </a:extLst>
            </p:cNvPr>
            <p:cNvSpPr/>
            <p:nvPr/>
          </p:nvSpPr>
          <p:spPr>
            <a:xfrm>
              <a:off x="272142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TextBox 5">
              <a:extLst>
                <a:ext uri="{FF2B5EF4-FFF2-40B4-BE49-F238E27FC236}">
                  <a16:creationId xmlns:a16="http://schemas.microsoft.com/office/drawing/2014/main" id="{A8A3D5BB-D1AD-44D4-BA89-F2986C359269}"/>
                </a:ext>
              </a:extLst>
            </p:cNvPr>
            <p:cNvSpPr txBox="1"/>
            <p:nvPr/>
          </p:nvSpPr>
          <p:spPr>
            <a:xfrm>
              <a:off x="2024742" y="1621971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E78B1BA-49E0-4E1E-B33B-96664A047440}"/>
                </a:ext>
              </a:extLst>
            </p:cNvPr>
            <p:cNvSpPr/>
            <p:nvPr/>
          </p:nvSpPr>
          <p:spPr>
            <a:xfrm>
              <a:off x="1306285" y="870857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D5C6205F-93C2-48EB-9123-C012A55BE5B2}"/>
                </a:ext>
              </a:extLst>
            </p:cNvPr>
            <p:cNvSpPr/>
            <p:nvPr/>
          </p:nvSpPr>
          <p:spPr>
            <a:xfrm>
              <a:off x="283028" y="239486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0" name="TextBox 9">
              <a:extLst>
                <a:ext uri="{FF2B5EF4-FFF2-40B4-BE49-F238E27FC236}">
                  <a16:creationId xmlns:a16="http://schemas.microsoft.com/office/drawing/2014/main" id="{211F2DDD-C2E2-4897-ABCF-4ADF040F98F4}"/>
                </a:ext>
              </a:extLst>
            </p:cNvPr>
            <p:cNvSpPr txBox="1"/>
            <p:nvPr/>
          </p:nvSpPr>
          <p:spPr>
            <a:xfrm>
              <a:off x="1404257" y="8382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C428C1A4-1EF8-4823-8BBD-09017918CFD0}"/>
                </a:ext>
              </a:extLst>
            </p:cNvPr>
            <p:cNvSpPr/>
            <p:nvPr/>
          </p:nvSpPr>
          <p:spPr>
            <a:xfrm>
              <a:off x="2416628" y="195943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2" name="TextBox 11">
              <a:extLst>
                <a:ext uri="{FF2B5EF4-FFF2-40B4-BE49-F238E27FC236}">
                  <a16:creationId xmlns:a16="http://schemas.microsoft.com/office/drawing/2014/main" id="{83FD82AB-72A5-4324-940E-E26E1A828944}"/>
                </a:ext>
              </a:extLst>
            </p:cNvPr>
            <p:cNvSpPr txBox="1"/>
            <p:nvPr/>
          </p:nvSpPr>
          <p:spPr>
            <a:xfrm>
              <a:off x="87085" y="9797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52327E7-0BAB-4865-AB93-B8C4024AE446}"/>
                </a:ext>
              </a:extLst>
            </p:cNvPr>
            <p:cNvSpPr/>
            <p:nvPr/>
          </p:nvSpPr>
          <p:spPr>
            <a:xfrm>
              <a:off x="1926771" y="1676400"/>
              <a:ext cx="66846" cy="76117"/>
            </a:xfrm>
            <a:prstGeom prst="ellipse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4" name="TextBox 13">
              <a:extLst>
                <a:ext uri="{FF2B5EF4-FFF2-40B4-BE49-F238E27FC236}">
                  <a16:creationId xmlns:a16="http://schemas.microsoft.com/office/drawing/2014/main" id="{D62EDBA6-492B-4586-8D09-FBC83D698A71}"/>
                </a:ext>
              </a:extLst>
            </p:cNvPr>
            <p:cNvSpPr txBox="1"/>
            <p:nvPr/>
          </p:nvSpPr>
          <p:spPr>
            <a:xfrm>
              <a:off x="653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TextBox 35">
              <a:extLst>
                <a:ext uri="{FF2B5EF4-FFF2-40B4-BE49-F238E27FC236}">
                  <a16:creationId xmlns:a16="http://schemas.microsoft.com/office/drawing/2014/main" id="{EEB63984-708A-41DF-A5EE-ED34D2ECE38C}"/>
                </a:ext>
              </a:extLst>
            </p:cNvPr>
            <p:cNvSpPr txBox="1"/>
            <p:nvPr/>
          </p:nvSpPr>
          <p:spPr>
            <a:xfrm rot="1650394">
              <a:off x="609600" y="391886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6" name="TextBox 36">
              <a:extLst>
                <a:ext uri="{FF2B5EF4-FFF2-40B4-BE49-F238E27FC236}">
                  <a16:creationId xmlns:a16="http://schemas.microsoft.com/office/drawing/2014/main" id="{823C076B-851B-4018-9A1F-336658950789}"/>
                </a:ext>
              </a:extLst>
            </p:cNvPr>
            <p:cNvSpPr txBox="1"/>
            <p:nvPr/>
          </p:nvSpPr>
          <p:spPr>
            <a:xfrm rot="1470892">
              <a:off x="936171" y="1384277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TextBox 37">
              <a:extLst>
                <a:ext uri="{FF2B5EF4-FFF2-40B4-BE49-F238E27FC236}">
                  <a16:creationId xmlns:a16="http://schemas.microsoft.com/office/drawing/2014/main" id="{0012AEC0-8ABC-4834-8D11-0A60D5C46BCE}"/>
                </a:ext>
              </a:extLst>
            </p:cNvPr>
            <p:cNvSpPr txBox="1"/>
            <p:nvPr/>
          </p:nvSpPr>
          <p:spPr>
            <a:xfrm rot="20762118">
              <a:off x="1393371" y="30480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8" name="TextBox 38">
              <a:extLst>
                <a:ext uri="{FF2B5EF4-FFF2-40B4-BE49-F238E27FC236}">
                  <a16:creationId xmlns:a16="http://schemas.microsoft.com/office/drawing/2014/main" id="{A35B300C-3123-4B6B-85A6-6BFA71AF32C6}"/>
                </a:ext>
              </a:extLst>
            </p:cNvPr>
            <p:cNvSpPr txBox="1"/>
            <p:nvPr/>
          </p:nvSpPr>
          <p:spPr>
            <a:xfrm rot="3026193">
              <a:off x="1510544" y="116400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200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99" name="TextBox 39">
              <a:extLst>
                <a:ext uri="{FF2B5EF4-FFF2-40B4-BE49-F238E27FC236}">
                  <a16:creationId xmlns:a16="http://schemas.microsoft.com/office/drawing/2014/main" id="{DFD31700-A6DB-4E53-B43B-A0373129A9FC}"/>
                </a:ext>
              </a:extLst>
            </p:cNvPr>
            <p:cNvSpPr txBox="1"/>
            <p:nvPr/>
          </p:nvSpPr>
          <p:spPr>
            <a:xfrm>
              <a:off x="-55710" y="522514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470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0" name="TextBox 40">
              <a:extLst>
                <a:ext uri="{FF2B5EF4-FFF2-40B4-BE49-F238E27FC236}">
                  <a16:creationId xmlns:a16="http://schemas.microsoft.com/office/drawing/2014/main" id="{2408C17B-BD10-4824-8BB0-2809FD75028A}"/>
                </a:ext>
              </a:extLst>
            </p:cNvPr>
            <p:cNvSpPr txBox="1"/>
            <p:nvPr/>
          </p:nvSpPr>
          <p:spPr>
            <a:xfrm rot="20116248">
              <a:off x="1785257" y="55645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350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1" name="TextBox 41">
              <a:extLst>
                <a:ext uri="{FF2B5EF4-FFF2-40B4-BE49-F238E27FC236}">
                  <a16:creationId xmlns:a16="http://schemas.microsoft.com/office/drawing/2014/main" id="{A0BA4EEF-D016-4689-9251-EB5D16B2AD12}"/>
                </a:ext>
              </a:extLst>
            </p:cNvPr>
            <p:cNvSpPr txBox="1"/>
            <p:nvPr/>
          </p:nvSpPr>
          <p:spPr>
            <a:xfrm>
              <a:off x="718457" y="8817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110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2" name="TextBox 44">
              <a:extLst>
                <a:ext uri="{FF2B5EF4-FFF2-40B4-BE49-F238E27FC236}">
                  <a16:creationId xmlns:a16="http://schemas.microsoft.com/office/drawing/2014/main" id="{D338C7F9-418E-4C35-8480-47D957D4DECD}"/>
                </a:ext>
              </a:extLst>
            </p:cNvPr>
            <p:cNvSpPr txBox="1"/>
            <p:nvPr/>
          </p:nvSpPr>
          <p:spPr>
            <a:xfrm>
              <a:off x="2221710" y="805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240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3" name="TextBox 80">
              <a:extLst>
                <a:ext uri="{FF2B5EF4-FFF2-40B4-BE49-F238E27FC236}">
                  <a16:creationId xmlns:a16="http://schemas.microsoft.com/office/drawing/2014/main" id="{BD6AD918-84C8-4AEB-AE9E-E25536EF6AC6}"/>
                </a:ext>
              </a:extLst>
            </p:cNvPr>
            <p:cNvSpPr txBox="1"/>
            <p:nvPr/>
          </p:nvSpPr>
          <p:spPr>
            <a:xfrm>
              <a:off x="1153885" y="43543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500</a:t>
              </a: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  <p:sp>
          <p:nvSpPr>
            <p:cNvPr id="104" name="TextBox 5">
              <a:extLst>
                <a:ext uri="{FF2B5EF4-FFF2-40B4-BE49-F238E27FC236}">
                  <a16:creationId xmlns:a16="http://schemas.microsoft.com/office/drawing/2014/main" id="{18A8AC65-12F7-4DAE-B8A6-4E9FF5492F85}"/>
                </a:ext>
              </a:extLst>
            </p:cNvPr>
            <p:cNvSpPr txBox="1"/>
            <p:nvPr/>
          </p:nvSpPr>
          <p:spPr>
            <a:xfrm>
              <a:off x="2427514" y="0"/>
              <a:ext cx="457200" cy="274320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2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2D3FF14-3581-4DB1-B42C-8CE40EE0EEC8}"/>
              </a:ext>
            </a:extLst>
          </p:cNvPr>
          <p:cNvCxnSpPr/>
          <p:nvPr/>
        </p:nvCxnSpPr>
        <p:spPr>
          <a:xfrm>
            <a:off x="3502590" y="2678430"/>
            <a:ext cx="24384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9BAE1C68-C5A5-4739-9BA7-45B8B7CC11A7}"/>
              </a:ext>
            </a:extLst>
          </p:cNvPr>
          <p:cNvSpPr/>
          <p:nvPr/>
        </p:nvSpPr>
        <p:spPr>
          <a:xfrm>
            <a:off x="368547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513FD3B-2DF0-4654-8F69-24610644BA9A}"/>
              </a:ext>
            </a:extLst>
          </p:cNvPr>
          <p:cNvSpPr/>
          <p:nvPr/>
        </p:nvSpPr>
        <p:spPr>
          <a:xfrm>
            <a:off x="368547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1C1758C-B53E-46C6-BFF6-D4B67A737C66}"/>
              </a:ext>
            </a:extLst>
          </p:cNvPr>
          <p:cNvSpPr/>
          <p:nvPr/>
        </p:nvSpPr>
        <p:spPr>
          <a:xfrm>
            <a:off x="395217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A7256F99-4230-4910-AC52-B597FA491025}"/>
              </a:ext>
            </a:extLst>
          </p:cNvPr>
          <p:cNvSpPr/>
          <p:nvPr/>
        </p:nvSpPr>
        <p:spPr>
          <a:xfrm>
            <a:off x="368547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9FB12D5-05C8-4D40-8FFB-B649DCDD0694}"/>
              </a:ext>
            </a:extLst>
          </p:cNvPr>
          <p:cNvSpPr/>
          <p:nvPr/>
        </p:nvSpPr>
        <p:spPr>
          <a:xfrm>
            <a:off x="395217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BB58112-D0A7-42E5-A2E6-0D072AAF70E0}"/>
              </a:ext>
            </a:extLst>
          </p:cNvPr>
          <p:cNvSpPr txBox="1"/>
          <p:nvPr/>
        </p:nvSpPr>
        <p:spPr>
          <a:xfrm>
            <a:off x="3799891" y="3526057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5,  ,  ]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2D1A199-FFA8-40B4-B7B9-B00285FB505C}"/>
              </a:ext>
            </a:extLst>
          </p:cNvPr>
          <p:cNvSpPr txBox="1"/>
          <p:nvPr/>
        </p:nvSpPr>
        <p:spPr>
          <a:xfrm>
            <a:off x="4080546" y="4429848"/>
            <a:ext cx="173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5, 4,  ]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4E49F83-7FAE-4A02-B04E-A952F1618E67}"/>
              </a:ext>
            </a:extLst>
          </p:cNvPr>
          <p:cNvSpPr txBox="1"/>
          <p:nvPr/>
        </p:nvSpPr>
        <p:spPr>
          <a:xfrm>
            <a:off x="4087285" y="5272723"/>
            <a:ext cx="186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5, 4, 3 ]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ACAAED9-6E7B-40AD-90FD-836315743D5E}"/>
              </a:ext>
            </a:extLst>
          </p:cNvPr>
          <p:cNvSpPr txBox="1"/>
          <p:nvPr/>
        </p:nvSpPr>
        <p:spPr>
          <a:xfrm>
            <a:off x="2527230" y="5898118"/>
            <a:ext cx="460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cost = 240 + 500 + 470 + 110 + 200 = 1520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A0FC004-5494-4B90-B606-32D020B5340E}"/>
              </a:ext>
            </a:extLst>
          </p:cNvPr>
          <p:cNvSpPr txBox="1"/>
          <p:nvPr/>
        </p:nvSpPr>
        <p:spPr>
          <a:xfrm>
            <a:off x="7235960" y="5866159"/>
            <a:ext cx="2651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NOT  less than </a:t>
            </a:r>
            <a:r>
              <a:rPr lang="en-US" dirty="0" err="1">
                <a:solidFill>
                  <a:srgbClr val="C00000"/>
                </a:solidFill>
              </a:rPr>
              <a:t>minCost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9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32E0C24-005F-4BE7-8094-1FFF0FFBCB3A}"/>
              </a:ext>
            </a:extLst>
          </p:cNvPr>
          <p:cNvCxnSpPr>
            <a:cxnSpLocks/>
          </p:cNvCxnSpPr>
          <p:nvPr/>
        </p:nvCxnSpPr>
        <p:spPr>
          <a:xfrm flipH="1" flipV="1">
            <a:off x="6417494" y="470965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D8F5487-350A-425F-909E-CC4FC47BA89E}"/>
              </a:ext>
            </a:extLst>
          </p:cNvPr>
          <p:cNvCxnSpPr>
            <a:cxnSpLocks/>
          </p:cNvCxnSpPr>
          <p:nvPr/>
        </p:nvCxnSpPr>
        <p:spPr>
          <a:xfrm flipH="1" flipV="1">
            <a:off x="6136573" y="4702836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1A3CED3-4DF1-4DD3-BA3F-644B259A03B2}"/>
              </a:ext>
            </a:extLst>
          </p:cNvPr>
          <p:cNvCxnSpPr>
            <a:cxnSpLocks/>
          </p:cNvCxnSpPr>
          <p:nvPr/>
        </p:nvCxnSpPr>
        <p:spPr>
          <a:xfrm flipH="1" flipV="1">
            <a:off x="5735902" y="468698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1841871-69EA-4D39-8E4A-907AE104AB80}"/>
              </a:ext>
            </a:extLst>
          </p:cNvPr>
          <p:cNvCxnSpPr>
            <a:cxnSpLocks/>
          </p:cNvCxnSpPr>
          <p:nvPr/>
        </p:nvCxnSpPr>
        <p:spPr>
          <a:xfrm flipH="1" flipV="1">
            <a:off x="5470241" y="4725696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E696B1F-F0AA-44AA-AB3E-08B2CEB3C779}"/>
              </a:ext>
            </a:extLst>
          </p:cNvPr>
          <p:cNvCxnSpPr>
            <a:cxnSpLocks/>
          </p:cNvCxnSpPr>
          <p:nvPr/>
        </p:nvCxnSpPr>
        <p:spPr>
          <a:xfrm flipH="1" flipV="1">
            <a:off x="4995362" y="467821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577288D-ADB7-4EE2-BBF8-8D9ACAC51B09}"/>
              </a:ext>
            </a:extLst>
          </p:cNvPr>
          <p:cNvCxnSpPr>
            <a:cxnSpLocks/>
          </p:cNvCxnSpPr>
          <p:nvPr/>
        </p:nvCxnSpPr>
        <p:spPr>
          <a:xfrm flipH="1" flipV="1">
            <a:off x="4747151" y="4666983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8A2DA6FD-5E12-49E3-98D5-4DCA56855715}"/>
              </a:ext>
            </a:extLst>
          </p:cNvPr>
          <p:cNvCxnSpPr/>
          <p:nvPr/>
        </p:nvCxnSpPr>
        <p:spPr>
          <a:xfrm flipH="1" flipV="1">
            <a:off x="6146730" y="3760470"/>
            <a:ext cx="28194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AEBFEE3B-F4AA-4B07-9864-26C29E2208B4}"/>
              </a:ext>
            </a:extLst>
          </p:cNvPr>
          <p:cNvCxnSpPr/>
          <p:nvPr/>
        </p:nvCxnSpPr>
        <p:spPr>
          <a:xfrm flipV="1">
            <a:off x="5468550" y="376047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DD6B3391-758A-48F0-8638-55FC635A2B7F}"/>
              </a:ext>
            </a:extLst>
          </p:cNvPr>
          <p:cNvCxnSpPr/>
          <p:nvPr/>
        </p:nvCxnSpPr>
        <p:spPr>
          <a:xfrm flipH="1" flipV="1">
            <a:off x="5666670" y="376047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40302450-76DE-441A-A78A-E11403B8840E}"/>
              </a:ext>
            </a:extLst>
          </p:cNvPr>
          <p:cNvCxnSpPr/>
          <p:nvPr/>
        </p:nvCxnSpPr>
        <p:spPr>
          <a:xfrm flipV="1">
            <a:off x="4729410" y="376047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5292D08-A56A-4E12-A9EB-8FD14C709B1D}"/>
              </a:ext>
            </a:extLst>
          </p:cNvPr>
          <p:cNvCxnSpPr/>
          <p:nvPr/>
        </p:nvCxnSpPr>
        <p:spPr>
          <a:xfrm flipV="1">
            <a:off x="5011350" y="376047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A029AE46-DBAC-4F33-98B9-D737BBCC6CC1}"/>
              </a:ext>
            </a:extLst>
          </p:cNvPr>
          <p:cNvCxnSpPr/>
          <p:nvPr/>
        </p:nvCxnSpPr>
        <p:spPr>
          <a:xfrm flipH="1" flipV="1">
            <a:off x="3723570" y="3775710"/>
            <a:ext cx="28194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E62A23F0-D947-4268-9D2F-96FA9105C5F1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EDC9903F-D985-47B8-900C-C41B36F589A8}"/>
              </a:ext>
            </a:extLst>
          </p:cNvPr>
          <p:cNvCxnSpPr/>
          <p:nvPr/>
        </p:nvCxnSpPr>
        <p:spPr>
          <a:xfrm flipH="1" flipV="1">
            <a:off x="324351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24D0D293-037C-416E-8B56-5660775AD285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AC1292CB-B357-4CDF-B848-5A038FB65031}"/>
              </a:ext>
            </a:extLst>
          </p:cNvPr>
          <p:cNvCxnSpPr/>
          <p:nvPr/>
        </p:nvCxnSpPr>
        <p:spPr>
          <a:xfrm flipV="1">
            <a:off x="2588190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B630D80F-B9B9-4610-AEA4-247B20DD5665}"/>
              </a:ext>
            </a:extLst>
          </p:cNvPr>
          <p:cNvCxnSpPr/>
          <p:nvPr/>
        </p:nvCxnSpPr>
        <p:spPr>
          <a:xfrm flipH="1">
            <a:off x="5133270" y="2678430"/>
            <a:ext cx="51054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161E2110-FE2B-4CA6-8B31-F1B7D3CB9C09}"/>
              </a:ext>
            </a:extLst>
          </p:cNvPr>
          <p:cNvCxnSpPr/>
          <p:nvPr/>
        </p:nvCxnSpPr>
        <p:spPr>
          <a:xfrm>
            <a:off x="5651430" y="2678430"/>
            <a:ext cx="502920" cy="112014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23785EAA-0B13-4DE9-AABA-C476AFEF8BD4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92471D18-DB45-4E64-9A21-27455BB28CC0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BA6723FF-4769-413C-9C2D-58F1989B2B01}"/>
              </a:ext>
            </a:extLst>
          </p:cNvPr>
          <p:cNvCxnSpPr/>
          <p:nvPr/>
        </p:nvCxnSpPr>
        <p:spPr>
          <a:xfrm>
            <a:off x="3502590" y="2678430"/>
            <a:ext cx="24384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8D043217-9FB5-4EFC-9A5B-3A6C2CD3E108}"/>
              </a:ext>
            </a:extLst>
          </p:cNvPr>
          <p:cNvCxnSpPr/>
          <p:nvPr/>
        </p:nvCxnSpPr>
        <p:spPr>
          <a:xfrm flipH="1">
            <a:off x="5643810" y="1375410"/>
            <a:ext cx="105918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D77F3057-F179-41B2-B48D-841A78A50327}"/>
              </a:ext>
            </a:extLst>
          </p:cNvPr>
          <p:cNvSpPr/>
          <p:nvPr/>
        </p:nvSpPr>
        <p:spPr>
          <a:xfrm>
            <a:off x="5599995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A65736B6-75D7-4450-B75E-7437C9C0CD6A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B4518C7B-0014-4F13-93B1-87624A0864B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7A7BDEBA-3EF0-4805-BFA0-917100AF6D5E}"/>
              </a:ext>
            </a:extLst>
          </p:cNvPr>
          <p:cNvSpPr/>
          <p:nvPr/>
        </p:nvSpPr>
        <p:spPr>
          <a:xfrm>
            <a:off x="368547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EECB3B73-73F3-4F0C-9A83-D0A118B80869}"/>
              </a:ext>
            </a:extLst>
          </p:cNvPr>
          <p:cNvSpPr/>
          <p:nvPr/>
        </p:nvSpPr>
        <p:spPr>
          <a:xfrm>
            <a:off x="509517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2B78EE88-2BBA-48EC-A59F-1BE92AB81A76}"/>
              </a:ext>
            </a:extLst>
          </p:cNvPr>
          <p:cNvSpPr/>
          <p:nvPr/>
        </p:nvSpPr>
        <p:spPr>
          <a:xfrm>
            <a:off x="559809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D419F66E-DB15-4FF2-B7F6-853851D9A01E}"/>
              </a:ext>
            </a:extLst>
          </p:cNvPr>
          <p:cNvSpPr/>
          <p:nvPr/>
        </p:nvSpPr>
        <p:spPr>
          <a:xfrm>
            <a:off x="610101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EE882620-01AB-4F93-A0CC-37F4FBEE333C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EDCFD68E-82FC-4FB0-B586-8732DE0FF457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F230D0C8-1F48-4F7A-B353-74AA269177BA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BD3C3DD8-E5B8-40CF-B853-FA7F6A67270C}"/>
              </a:ext>
            </a:extLst>
          </p:cNvPr>
          <p:cNvSpPr/>
          <p:nvPr/>
        </p:nvSpPr>
        <p:spPr>
          <a:xfrm>
            <a:off x="32739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61F50E0C-29F3-47B9-8A51-0DCE21D50807}"/>
              </a:ext>
            </a:extLst>
          </p:cNvPr>
          <p:cNvSpPr/>
          <p:nvPr/>
        </p:nvSpPr>
        <p:spPr>
          <a:xfrm>
            <a:off x="368547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3BECEC08-C247-46EC-BB3E-96ECEBCB4D69}"/>
              </a:ext>
            </a:extLst>
          </p:cNvPr>
          <p:cNvSpPr/>
          <p:nvPr/>
        </p:nvSpPr>
        <p:spPr>
          <a:xfrm>
            <a:off x="395217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98E83F77-04FB-4F51-808E-CA9422891589}"/>
              </a:ext>
            </a:extLst>
          </p:cNvPr>
          <p:cNvSpPr/>
          <p:nvPr/>
        </p:nvSpPr>
        <p:spPr>
          <a:xfrm>
            <a:off x="469131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7B9DB6B2-88B3-40BD-ADA2-561205E75CFB}"/>
              </a:ext>
            </a:extLst>
          </p:cNvPr>
          <p:cNvSpPr/>
          <p:nvPr/>
        </p:nvSpPr>
        <p:spPr>
          <a:xfrm>
            <a:off x="495801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C1810699-A52B-4FE7-B7E0-9C9898D7B5AB}"/>
              </a:ext>
            </a:extLst>
          </p:cNvPr>
          <p:cNvSpPr/>
          <p:nvPr/>
        </p:nvSpPr>
        <p:spPr>
          <a:xfrm>
            <a:off x="54304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78B68D77-51E3-4AA7-8DCD-D9F1404966FF}"/>
              </a:ext>
            </a:extLst>
          </p:cNvPr>
          <p:cNvSpPr/>
          <p:nvPr/>
        </p:nvSpPr>
        <p:spPr>
          <a:xfrm>
            <a:off x="56971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CF3C8B0E-873D-4F3B-8402-829B8D87FE07}"/>
              </a:ext>
            </a:extLst>
          </p:cNvPr>
          <p:cNvSpPr/>
          <p:nvPr/>
        </p:nvSpPr>
        <p:spPr>
          <a:xfrm>
            <a:off x="60933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FF0A718C-681E-4657-8460-5178331CDB0C}"/>
              </a:ext>
            </a:extLst>
          </p:cNvPr>
          <p:cNvSpPr/>
          <p:nvPr/>
        </p:nvSpPr>
        <p:spPr>
          <a:xfrm>
            <a:off x="63600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462DE4E0-1D73-49A1-9337-7E1B0CE7FF0C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C543C092-A664-4570-B943-D75F097EF235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C24E6873-5A19-4C97-94F4-BA47A366CDF6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74715866-CB7A-485B-B5EC-DDFDBE38ECDE}"/>
              </a:ext>
            </a:extLst>
          </p:cNvPr>
          <p:cNvSpPr/>
          <p:nvPr/>
        </p:nvSpPr>
        <p:spPr>
          <a:xfrm>
            <a:off x="32739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482B602D-8251-455A-B906-D995F946EA0C}"/>
              </a:ext>
            </a:extLst>
          </p:cNvPr>
          <p:cNvSpPr/>
          <p:nvPr/>
        </p:nvSpPr>
        <p:spPr>
          <a:xfrm>
            <a:off x="368547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70ABF75B-327C-45CF-A4DD-82AB7135B745}"/>
              </a:ext>
            </a:extLst>
          </p:cNvPr>
          <p:cNvSpPr/>
          <p:nvPr/>
        </p:nvSpPr>
        <p:spPr>
          <a:xfrm>
            <a:off x="395217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4E781C3F-B23B-4900-8169-C20D73483C4B}"/>
              </a:ext>
            </a:extLst>
          </p:cNvPr>
          <p:cNvSpPr/>
          <p:nvPr/>
        </p:nvSpPr>
        <p:spPr>
          <a:xfrm>
            <a:off x="469131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8BFA138E-AF5C-43FF-9275-88E11F575228}"/>
              </a:ext>
            </a:extLst>
          </p:cNvPr>
          <p:cNvSpPr/>
          <p:nvPr/>
        </p:nvSpPr>
        <p:spPr>
          <a:xfrm>
            <a:off x="495801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0EEA973D-6906-47A5-AF91-D9C8AFBFFCF0}"/>
              </a:ext>
            </a:extLst>
          </p:cNvPr>
          <p:cNvSpPr/>
          <p:nvPr/>
        </p:nvSpPr>
        <p:spPr>
          <a:xfrm>
            <a:off x="54304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34B84DE9-8F60-4533-ADD4-2EAB0FB6EAB0}"/>
              </a:ext>
            </a:extLst>
          </p:cNvPr>
          <p:cNvSpPr/>
          <p:nvPr/>
        </p:nvSpPr>
        <p:spPr>
          <a:xfrm>
            <a:off x="56971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4F51A71B-845A-47BB-A914-5F9A72ED3D8A}"/>
              </a:ext>
            </a:extLst>
          </p:cNvPr>
          <p:cNvSpPr/>
          <p:nvPr/>
        </p:nvSpPr>
        <p:spPr>
          <a:xfrm>
            <a:off x="60933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A534C95F-9B7E-434F-8923-AACA6FA0684F}"/>
              </a:ext>
            </a:extLst>
          </p:cNvPr>
          <p:cNvSpPr/>
          <p:nvPr/>
        </p:nvSpPr>
        <p:spPr>
          <a:xfrm>
            <a:off x="63600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9FB8996C-504F-4010-A015-C0A828331710}"/>
              </a:ext>
            </a:extLst>
          </p:cNvPr>
          <p:cNvCxnSpPr>
            <a:cxnSpLocks/>
            <a:endCxn id="347" idx="5"/>
          </p:cNvCxnSpPr>
          <p:nvPr/>
        </p:nvCxnSpPr>
        <p:spPr>
          <a:xfrm>
            <a:off x="5643811" y="2731771"/>
            <a:ext cx="32329" cy="1076269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C9CA7141-957E-41EB-ACD8-7C71FDE96187}"/>
              </a:ext>
            </a:extLst>
          </p:cNvPr>
          <p:cNvCxnSpPr>
            <a:cxnSpLocks/>
            <a:stCxn id="365" idx="4"/>
          </p:cNvCxnSpPr>
          <p:nvPr/>
        </p:nvCxnSpPr>
        <p:spPr>
          <a:xfrm flipV="1">
            <a:off x="6139110" y="3798570"/>
            <a:ext cx="11430" cy="8991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696C4CC4-6E8E-4218-A9F6-7F73A0B1E26F}"/>
              </a:ext>
            </a:extLst>
          </p:cNvPr>
          <p:cNvCxnSpPr>
            <a:cxnSpLocks/>
            <a:stCxn id="359" idx="4"/>
          </p:cNvCxnSpPr>
          <p:nvPr/>
        </p:nvCxnSpPr>
        <p:spPr>
          <a:xfrm flipH="1" flipV="1">
            <a:off x="3727380" y="3768090"/>
            <a:ext cx="3810" cy="92964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0241B61-C54D-48A3-BDFF-EC540C666FB8}"/>
              </a:ext>
            </a:extLst>
          </p:cNvPr>
          <p:cNvCxnSpPr>
            <a:cxnSpLocks/>
          </p:cNvCxnSpPr>
          <p:nvPr/>
        </p:nvCxnSpPr>
        <p:spPr>
          <a:xfrm flipH="1" flipV="1">
            <a:off x="3999454" y="466644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BED26AB-22E8-4467-9C90-53DEF825C629}"/>
              </a:ext>
            </a:extLst>
          </p:cNvPr>
          <p:cNvCxnSpPr>
            <a:cxnSpLocks/>
          </p:cNvCxnSpPr>
          <p:nvPr/>
        </p:nvCxnSpPr>
        <p:spPr>
          <a:xfrm flipH="1" flipV="1">
            <a:off x="3718533" y="465963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6027FBB-2483-496B-947B-5FB6C97B0971}"/>
              </a:ext>
            </a:extLst>
          </p:cNvPr>
          <p:cNvCxnSpPr>
            <a:cxnSpLocks/>
          </p:cNvCxnSpPr>
          <p:nvPr/>
        </p:nvCxnSpPr>
        <p:spPr>
          <a:xfrm flipH="1" flipV="1">
            <a:off x="3317862" y="464377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FE53AD2-77BC-4183-94AA-4DEC7756D49F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4FCF3CD-5DEF-4C45-B71B-94B5E6FF85CB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C7AFA94-90ED-45C2-83BB-2EA3C43550F5}"/>
              </a:ext>
            </a:extLst>
          </p:cNvPr>
          <p:cNvCxnSpPr>
            <a:cxnSpLocks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33E7ADD9-F34D-4B44-99C7-90607EAB1963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8B60360-3A92-4EE7-BACE-540D932826FF}"/>
              </a:ext>
            </a:extLst>
          </p:cNvPr>
          <p:cNvSpPr txBox="1"/>
          <p:nvPr/>
        </p:nvSpPr>
        <p:spPr>
          <a:xfrm>
            <a:off x="4272338" y="2329714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3,  ,  ,  ]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6528C1D-5080-4AC5-A2EA-4B1E8A83ECE6}"/>
              </a:ext>
            </a:extLst>
          </p:cNvPr>
          <p:cNvSpPr txBox="1"/>
          <p:nvPr/>
        </p:nvSpPr>
        <p:spPr>
          <a:xfrm>
            <a:off x="4601193" y="2885411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etc.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64AA1757-3AC3-466B-8962-2566A97D230F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1350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8B525C6-493D-49CB-A633-70CCCBFC2E14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5, 3, 4]</a:t>
            </a:r>
          </a:p>
        </p:txBody>
      </p:sp>
    </p:spTree>
    <p:extLst>
      <p:ext uri="{BB962C8B-B14F-4D97-AF65-F5344CB8AC3E}">
        <p14:creationId xmlns:p14="http://schemas.microsoft.com/office/powerpoint/2010/main" val="2938532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04AD143-A66B-48F2-9230-026152D006A0}"/>
              </a:ext>
            </a:extLst>
          </p:cNvPr>
          <p:cNvCxnSpPr>
            <a:cxnSpLocks/>
          </p:cNvCxnSpPr>
          <p:nvPr/>
        </p:nvCxnSpPr>
        <p:spPr>
          <a:xfrm flipH="1" flipV="1">
            <a:off x="8678874" y="470535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BA59E4D-4EB6-42F1-AEAA-7C1E4357D37A}"/>
              </a:ext>
            </a:extLst>
          </p:cNvPr>
          <p:cNvCxnSpPr>
            <a:cxnSpLocks/>
          </p:cNvCxnSpPr>
          <p:nvPr/>
        </p:nvCxnSpPr>
        <p:spPr>
          <a:xfrm flipH="1" flipV="1">
            <a:off x="8430037" y="4698532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60D4357-4842-4615-AF2D-03D4FB85C80B}"/>
              </a:ext>
            </a:extLst>
          </p:cNvPr>
          <p:cNvCxnSpPr>
            <a:cxnSpLocks/>
          </p:cNvCxnSpPr>
          <p:nvPr/>
        </p:nvCxnSpPr>
        <p:spPr>
          <a:xfrm flipH="1" flipV="1">
            <a:off x="7949156" y="4682676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E814DE84-95BE-491B-8708-357C3FBFEF99}"/>
              </a:ext>
            </a:extLst>
          </p:cNvPr>
          <p:cNvCxnSpPr>
            <a:cxnSpLocks/>
          </p:cNvCxnSpPr>
          <p:nvPr/>
        </p:nvCxnSpPr>
        <p:spPr>
          <a:xfrm flipH="1" flipV="1">
            <a:off x="7683495" y="4721392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DA20584-84D1-4B38-9F33-B541BDA5BD1F}"/>
              </a:ext>
            </a:extLst>
          </p:cNvPr>
          <p:cNvCxnSpPr>
            <a:cxnSpLocks/>
          </p:cNvCxnSpPr>
          <p:nvPr/>
        </p:nvCxnSpPr>
        <p:spPr>
          <a:xfrm flipH="1" flipV="1">
            <a:off x="7272784" y="467391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82A8D78-DD29-4930-BC99-1DF57A6A54D8}"/>
              </a:ext>
            </a:extLst>
          </p:cNvPr>
          <p:cNvCxnSpPr>
            <a:cxnSpLocks/>
          </p:cNvCxnSpPr>
          <p:nvPr/>
        </p:nvCxnSpPr>
        <p:spPr>
          <a:xfrm flipH="1" flipV="1">
            <a:off x="7008531" y="4662679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32E0C24-005F-4BE7-8094-1FFF0FFBCB3A}"/>
              </a:ext>
            </a:extLst>
          </p:cNvPr>
          <p:cNvCxnSpPr>
            <a:cxnSpLocks/>
          </p:cNvCxnSpPr>
          <p:nvPr/>
        </p:nvCxnSpPr>
        <p:spPr>
          <a:xfrm flipH="1" flipV="1">
            <a:off x="6417494" y="470965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D8F5487-350A-425F-909E-CC4FC47BA89E}"/>
              </a:ext>
            </a:extLst>
          </p:cNvPr>
          <p:cNvCxnSpPr>
            <a:cxnSpLocks/>
          </p:cNvCxnSpPr>
          <p:nvPr/>
        </p:nvCxnSpPr>
        <p:spPr>
          <a:xfrm flipH="1" flipV="1">
            <a:off x="6136573" y="4702836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1A3CED3-4DF1-4DD3-BA3F-644B259A03B2}"/>
              </a:ext>
            </a:extLst>
          </p:cNvPr>
          <p:cNvCxnSpPr>
            <a:cxnSpLocks/>
          </p:cNvCxnSpPr>
          <p:nvPr/>
        </p:nvCxnSpPr>
        <p:spPr>
          <a:xfrm flipH="1" flipV="1">
            <a:off x="5735902" y="468698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1841871-69EA-4D39-8E4A-907AE104AB80}"/>
              </a:ext>
            </a:extLst>
          </p:cNvPr>
          <p:cNvCxnSpPr>
            <a:cxnSpLocks/>
          </p:cNvCxnSpPr>
          <p:nvPr/>
        </p:nvCxnSpPr>
        <p:spPr>
          <a:xfrm flipH="1" flipV="1">
            <a:off x="5470241" y="4725696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E696B1F-F0AA-44AA-AB3E-08B2CEB3C779}"/>
              </a:ext>
            </a:extLst>
          </p:cNvPr>
          <p:cNvCxnSpPr>
            <a:cxnSpLocks/>
          </p:cNvCxnSpPr>
          <p:nvPr/>
        </p:nvCxnSpPr>
        <p:spPr>
          <a:xfrm flipH="1" flipV="1">
            <a:off x="4995362" y="467821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577288D-ADB7-4EE2-BBF8-8D9ACAC51B09}"/>
              </a:ext>
            </a:extLst>
          </p:cNvPr>
          <p:cNvCxnSpPr>
            <a:cxnSpLocks/>
          </p:cNvCxnSpPr>
          <p:nvPr/>
        </p:nvCxnSpPr>
        <p:spPr>
          <a:xfrm flipH="1" flipV="1">
            <a:off x="4747151" y="4666983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4D5877A3-CC19-48BB-956E-9CC1FBA180AC}"/>
              </a:ext>
            </a:extLst>
          </p:cNvPr>
          <p:cNvCxnSpPr/>
          <p:nvPr/>
        </p:nvCxnSpPr>
        <p:spPr>
          <a:xfrm flipV="1">
            <a:off x="7000170" y="3775710"/>
            <a:ext cx="28194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277A8544-247C-4CEC-9D83-E1EB3C3D0EBE}"/>
              </a:ext>
            </a:extLst>
          </p:cNvPr>
          <p:cNvCxnSpPr/>
          <p:nvPr/>
        </p:nvCxnSpPr>
        <p:spPr>
          <a:xfrm flipH="1" flipV="1">
            <a:off x="776217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7AD8EC87-9930-4C2F-B23D-F9EFBA6E7FE1}"/>
              </a:ext>
            </a:extLst>
          </p:cNvPr>
          <p:cNvCxnSpPr/>
          <p:nvPr/>
        </p:nvCxnSpPr>
        <p:spPr>
          <a:xfrm flipV="1">
            <a:off x="767835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27C637A3-557B-4428-A572-CD05C6089386}"/>
              </a:ext>
            </a:extLst>
          </p:cNvPr>
          <p:cNvCxnSpPr/>
          <p:nvPr/>
        </p:nvCxnSpPr>
        <p:spPr>
          <a:xfrm flipH="1" flipV="1">
            <a:off x="82879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0FC25C37-72D6-42A2-A184-2AEC8F01169F}"/>
              </a:ext>
            </a:extLst>
          </p:cNvPr>
          <p:cNvCxnSpPr/>
          <p:nvPr/>
        </p:nvCxnSpPr>
        <p:spPr>
          <a:xfrm flipH="1" flipV="1">
            <a:off x="8295570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8A2DA6FD-5E12-49E3-98D5-4DCA56855715}"/>
              </a:ext>
            </a:extLst>
          </p:cNvPr>
          <p:cNvCxnSpPr/>
          <p:nvPr/>
        </p:nvCxnSpPr>
        <p:spPr>
          <a:xfrm flipH="1" flipV="1">
            <a:off x="6146730" y="3760470"/>
            <a:ext cx="28194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AEBFEE3B-F4AA-4B07-9864-26C29E2208B4}"/>
              </a:ext>
            </a:extLst>
          </p:cNvPr>
          <p:cNvCxnSpPr/>
          <p:nvPr/>
        </p:nvCxnSpPr>
        <p:spPr>
          <a:xfrm flipV="1">
            <a:off x="5468550" y="376047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DD6B3391-758A-48F0-8638-55FC635A2B7F}"/>
              </a:ext>
            </a:extLst>
          </p:cNvPr>
          <p:cNvCxnSpPr/>
          <p:nvPr/>
        </p:nvCxnSpPr>
        <p:spPr>
          <a:xfrm flipH="1" flipV="1">
            <a:off x="5666670" y="376047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40302450-76DE-441A-A78A-E11403B8840E}"/>
              </a:ext>
            </a:extLst>
          </p:cNvPr>
          <p:cNvCxnSpPr/>
          <p:nvPr/>
        </p:nvCxnSpPr>
        <p:spPr>
          <a:xfrm flipV="1">
            <a:off x="4729410" y="376047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5292D08-A56A-4E12-A9EB-8FD14C709B1D}"/>
              </a:ext>
            </a:extLst>
          </p:cNvPr>
          <p:cNvCxnSpPr/>
          <p:nvPr/>
        </p:nvCxnSpPr>
        <p:spPr>
          <a:xfrm flipV="1">
            <a:off x="5011350" y="376047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A029AE46-DBAC-4F33-98B9-D737BBCC6CC1}"/>
              </a:ext>
            </a:extLst>
          </p:cNvPr>
          <p:cNvCxnSpPr/>
          <p:nvPr/>
        </p:nvCxnSpPr>
        <p:spPr>
          <a:xfrm flipH="1" flipV="1">
            <a:off x="3723570" y="3775710"/>
            <a:ext cx="28194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E62A23F0-D947-4268-9D2F-96FA9105C5F1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EDC9903F-D985-47B8-900C-C41B36F589A8}"/>
              </a:ext>
            </a:extLst>
          </p:cNvPr>
          <p:cNvCxnSpPr/>
          <p:nvPr/>
        </p:nvCxnSpPr>
        <p:spPr>
          <a:xfrm flipH="1" flipV="1">
            <a:off x="324351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24D0D293-037C-416E-8B56-5660775AD285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AC1292CB-B357-4CDF-B848-5A038FB65031}"/>
              </a:ext>
            </a:extLst>
          </p:cNvPr>
          <p:cNvCxnSpPr/>
          <p:nvPr/>
        </p:nvCxnSpPr>
        <p:spPr>
          <a:xfrm flipV="1">
            <a:off x="2588190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4E8BA41D-BE93-4429-8A30-B2F695125E31}"/>
              </a:ext>
            </a:extLst>
          </p:cNvPr>
          <p:cNvCxnSpPr/>
          <p:nvPr/>
        </p:nvCxnSpPr>
        <p:spPr>
          <a:xfrm flipH="1">
            <a:off x="7274490" y="2678430"/>
            <a:ext cx="51816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F0DB459C-9C31-4257-810D-B61A0534AFCC}"/>
              </a:ext>
            </a:extLst>
          </p:cNvPr>
          <p:cNvCxnSpPr/>
          <p:nvPr/>
        </p:nvCxnSpPr>
        <p:spPr>
          <a:xfrm>
            <a:off x="7792650" y="2678430"/>
            <a:ext cx="50292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B630D80F-B9B9-4610-AEA4-247B20DD5665}"/>
              </a:ext>
            </a:extLst>
          </p:cNvPr>
          <p:cNvCxnSpPr/>
          <p:nvPr/>
        </p:nvCxnSpPr>
        <p:spPr>
          <a:xfrm flipH="1">
            <a:off x="5133270" y="2678430"/>
            <a:ext cx="51054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161E2110-FE2B-4CA6-8B31-F1B7D3CB9C09}"/>
              </a:ext>
            </a:extLst>
          </p:cNvPr>
          <p:cNvCxnSpPr/>
          <p:nvPr/>
        </p:nvCxnSpPr>
        <p:spPr>
          <a:xfrm>
            <a:off x="5651430" y="2678430"/>
            <a:ext cx="502920" cy="112014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23785EAA-0B13-4DE9-AABA-C476AFEF8BD4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92471D18-DB45-4E64-9A21-27455BB28CC0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BA6723FF-4769-413C-9C2D-58F1989B2B01}"/>
              </a:ext>
            </a:extLst>
          </p:cNvPr>
          <p:cNvCxnSpPr/>
          <p:nvPr/>
        </p:nvCxnSpPr>
        <p:spPr>
          <a:xfrm>
            <a:off x="3502590" y="2678430"/>
            <a:ext cx="24384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8D043217-9FB5-4EFC-9A5B-3A6C2CD3E108}"/>
              </a:ext>
            </a:extLst>
          </p:cNvPr>
          <p:cNvCxnSpPr/>
          <p:nvPr/>
        </p:nvCxnSpPr>
        <p:spPr>
          <a:xfrm flipH="1">
            <a:off x="5643810" y="1375410"/>
            <a:ext cx="105918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8862210-F85E-4A32-9FB5-4AEC635FA49A}"/>
              </a:ext>
            </a:extLst>
          </p:cNvPr>
          <p:cNvCxnSpPr/>
          <p:nvPr/>
        </p:nvCxnSpPr>
        <p:spPr>
          <a:xfrm>
            <a:off x="6702990" y="1375410"/>
            <a:ext cx="111252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032603E8-FF6A-48C4-83BE-A6CEF9CCA94A}"/>
              </a:ext>
            </a:extLst>
          </p:cNvPr>
          <p:cNvSpPr/>
          <p:nvPr/>
        </p:nvSpPr>
        <p:spPr>
          <a:xfrm>
            <a:off x="773550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D77F3057-F179-41B2-B48D-841A78A50327}"/>
              </a:ext>
            </a:extLst>
          </p:cNvPr>
          <p:cNvSpPr/>
          <p:nvPr/>
        </p:nvSpPr>
        <p:spPr>
          <a:xfrm>
            <a:off x="5599995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A65736B6-75D7-4450-B75E-7437C9C0CD6A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B4518C7B-0014-4F13-93B1-87624A0864B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7A7BDEBA-3EF0-4805-BFA0-917100AF6D5E}"/>
              </a:ext>
            </a:extLst>
          </p:cNvPr>
          <p:cNvSpPr/>
          <p:nvPr/>
        </p:nvSpPr>
        <p:spPr>
          <a:xfrm>
            <a:off x="368547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EECB3B73-73F3-4F0C-9A83-D0A118B80869}"/>
              </a:ext>
            </a:extLst>
          </p:cNvPr>
          <p:cNvSpPr/>
          <p:nvPr/>
        </p:nvSpPr>
        <p:spPr>
          <a:xfrm>
            <a:off x="509517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2B78EE88-2BBA-48EC-A59F-1BE92AB81A76}"/>
              </a:ext>
            </a:extLst>
          </p:cNvPr>
          <p:cNvSpPr/>
          <p:nvPr/>
        </p:nvSpPr>
        <p:spPr>
          <a:xfrm>
            <a:off x="559809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D419F66E-DB15-4FF2-B7F6-853851D9A01E}"/>
              </a:ext>
            </a:extLst>
          </p:cNvPr>
          <p:cNvSpPr/>
          <p:nvPr/>
        </p:nvSpPr>
        <p:spPr>
          <a:xfrm>
            <a:off x="610101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32E226E6-0953-4671-B6F1-8C349FFB09A2}"/>
              </a:ext>
            </a:extLst>
          </p:cNvPr>
          <p:cNvSpPr/>
          <p:nvPr/>
        </p:nvSpPr>
        <p:spPr>
          <a:xfrm>
            <a:off x="723639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3A29104E-0A27-49D1-9737-00FB0795D3F4}"/>
              </a:ext>
            </a:extLst>
          </p:cNvPr>
          <p:cNvSpPr/>
          <p:nvPr/>
        </p:nvSpPr>
        <p:spPr>
          <a:xfrm>
            <a:off x="773931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4F98B7D8-0D78-4DFD-92FD-2CC8DF537073}"/>
              </a:ext>
            </a:extLst>
          </p:cNvPr>
          <p:cNvSpPr/>
          <p:nvPr/>
        </p:nvSpPr>
        <p:spPr>
          <a:xfrm>
            <a:off x="82422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EE882620-01AB-4F93-A0CC-37F4FBEE333C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EDCFD68E-82FC-4FB0-B586-8732DE0FF457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F230D0C8-1F48-4F7A-B353-74AA269177BA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BD3C3DD8-E5B8-40CF-B853-FA7F6A67270C}"/>
              </a:ext>
            </a:extLst>
          </p:cNvPr>
          <p:cNvSpPr/>
          <p:nvPr/>
        </p:nvSpPr>
        <p:spPr>
          <a:xfrm>
            <a:off x="32739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61F50E0C-29F3-47B9-8A51-0DCE21D50807}"/>
              </a:ext>
            </a:extLst>
          </p:cNvPr>
          <p:cNvSpPr/>
          <p:nvPr/>
        </p:nvSpPr>
        <p:spPr>
          <a:xfrm>
            <a:off x="368547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3BECEC08-C247-46EC-BB3E-96ECEBCB4D69}"/>
              </a:ext>
            </a:extLst>
          </p:cNvPr>
          <p:cNvSpPr/>
          <p:nvPr/>
        </p:nvSpPr>
        <p:spPr>
          <a:xfrm>
            <a:off x="395217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98E83F77-04FB-4F51-808E-CA9422891589}"/>
              </a:ext>
            </a:extLst>
          </p:cNvPr>
          <p:cNvSpPr/>
          <p:nvPr/>
        </p:nvSpPr>
        <p:spPr>
          <a:xfrm>
            <a:off x="469131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7B9DB6B2-88B3-40BD-ADA2-561205E75CFB}"/>
              </a:ext>
            </a:extLst>
          </p:cNvPr>
          <p:cNvSpPr/>
          <p:nvPr/>
        </p:nvSpPr>
        <p:spPr>
          <a:xfrm>
            <a:off x="495801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C1810699-A52B-4FE7-B7E0-9C9898D7B5AB}"/>
              </a:ext>
            </a:extLst>
          </p:cNvPr>
          <p:cNvSpPr/>
          <p:nvPr/>
        </p:nvSpPr>
        <p:spPr>
          <a:xfrm>
            <a:off x="54304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78B68D77-51E3-4AA7-8DCD-D9F1404966FF}"/>
              </a:ext>
            </a:extLst>
          </p:cNvPr>
          <p:cNvSpPr/>
          <p:nvPr/>
        </p:nvSpPr>
        <p:spPr>
          <a:xfrm>
            <a:off x="56971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CF3C8B0E-873D-4F3B-8402-829B8D87FE07}"/>
              </a:ext>
            </a:extLst>
          </p:cNvPr>
          <p:cNvSpPr/>
          <p:nvPr/>
        </p:nvSpPr>
        <p:spPr>
          <a:xfrm>
            <a:off x="60933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FF0A718C-681E-4657-8460-5178331CDB0C}"/>
              </a:ext>
            </a:extLst>
          </p:cNvPr>
          <p:cNvSpPr/>
          <p:nvPr/>
        </p:nvSpPr>
        <p:spPr>
          <a:xfrm>
            <a:off x="63600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284057D9-1AB0-42F5-B123-78FC69EC4704}"/>
              </a:ext>
            </a:extLst>
          </p:cNvPr>
          <p:cNvSpPr/>
          <p:nvPr/>
        </p:nvSpPr>
        <p:spPr>
          <a:xfrm>
            <a:off x="69544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7F06657E-E802-4534-932A-29DB2A2403A7}"/>
              </a:ext>
            </a:extLst>
          </p:cNvPr>
          <p:cNvSpPr/>
          <p:nvPr/>
        </p:nvSpPr>
        <p:spPr>
          <a:xfrm>
            <a:off x="72211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34F8BF56-5353-4AB5-A5A4-109FE60C59DD}"/>
              </a:ext>
            </a:extLst>
          </p:cNvPr>
          <p:cNvSpPr/>
          <p:nvPr/>
        </p:nvSpPr>
        <p:spPr>
          <a:xfrm>
            <a:off x="76402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5B75849E-A4D5-4FA2-B6F2-DB0D0ADF8A10}"/>
              </a:ext>
            </a:extLst>
          </p:cNvPr>
          <p:cNvSpPr/>
          <p:nvPr/>
        </p:nvSpPr>
        <p:spPr>
          <a:xfrm>
            <a:off x="79069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2799C15D-9E5B-483E-AEC1-24927895DDF1}"/>
              </a:ext>
            </a:extLst>
          </p:cNvPr>
          <p:cNvSpPr/>
          <p:nvPr/>
        </p:nvSpPr>
        <p:spPr>
          <a:xfrm>
            <a:off x="838701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0E34DB76-04AB-4119-8ED8-A861F9A8051D}"/>
              </a:ext>
            </a:extLst>
          </p:cNvPr>
          <p:cNvSpPr/>
          <p:nvPr/>
        </p:nvSpPr>
        <p:spPr>
          <a:xfrm>
            <a:off x="865371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462DE4E0-1D73-49A1-9337-7E1B0CE7FF0C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C543C092-A664-4570-B943-D75F097EF235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C24E6873-5A19-4C97-94F4-BA47A366CDF6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74715866-CB7A-485B-B5EC-DDFDBE38ECDE}"/>
              </a:ext>
            </a:extLst>
          </p:cNvPr>
          <p:cNvSpPr/>
          <p:nvPr/>
        </p:nvSpPr>
        <p:spPr>
          <a:xfrm>
            <a:off x="32739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482B602D-8251-455A-B906-D995F946EA0C}"/>
              </a:ext>
            </a:extLst>
          </p:cNvPr>
          <p:cNvSpPr/>
          <p:nvPr/>
        </p:nvSpPr>
        <p:spPr>
          <a:xfrm>
            <a:off x="368547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70ABF75B-327C-45CF-A4DD-82AB7135B745}"/>
              </a:ext>
            </a:extLst>
          </p:cNvPr>
          <p:cNvSpPr/>
          <p:nvPr/>
        </p:nvSpPr>
        <p:spPr>
          <a:xfrm>
            <a:off x="395217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4E781C3F-B23B-4900-8169-C20D73483C4B}"/>
              </a:ext>
            </a:extLst>
          </p:cNvPr>
          <p:cNvSpPr/>
          <p:nvPr/>
        </p:nvSpPr>
        <p:spPr>
          <a:xfrm>
            <a:off x="469131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8BFA138E-AF5C-43FF-9275-88E11F575228}"/>
              </a:ext>
            </a:extLst>
          </p:cNvPr>
          <p:cNvSpPr/>
          <p:nvPr/>
        </p:nvSpPr>
        <p:spPr>
          <a:xfrm>
            <a:off x="495801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0EEA973D-6906-47A5-AF91-D9C8AFBFFCF0}"/>
              </a:ext>
            </a:extLst>
          </p:cNvPr>
          <p:cNvSpPr/>
          <p:nvPr/>
        </p:nvSpPr>
        <p:spPr>
          <a:xfrm>
            <a:off x="54304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34B84DE9-8F60-4533-ADD4-2EAB0FB6EAB0}"/>
              </a:ext>
            </a:extLst>
          </p:cNvPr>
          <p:cNvSpPr/>
          <p:nvPr/>
        </p:nvSpPr>
        <p:spPr>
          <a:xfrm>
            <a:off x="56971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4F51A71B-845A-47BB-A914-5F9A72ED3D8A}"/>
              </a:ext>
            </a:extLst>
          </p:cNvPr>
          <p:cNvSpPr/>
          <p:nvPr/>
        </p:nvSpPr>
        <p:spPr>
          <a:xfrm>
            <a:off x="60933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A534C95F-9B7E-434F-8923-AACA6FA0684F}"/>
              </a:ext>
            </a:extLst>
          </p:cNvPr>
          <p:cNvSpPr/>
          <p:nvPr/>
        </p:nvSpPr>
        <p:spPr>
          <a:xfrm>
            <a:off x="63600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B0F29675-24D7-457E-AD21-1B2F5655F82F}"/>
              </a:ext>
            </a:extLst>
          </p:cNvPr>
          <p:cNvSpPr/>
          <p:nvPr/>
        </p:nvSpPr>
        <p:spPr>
          <a:xfrm>
            <a:off x="69544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11AE8439-613D-4FF0-B536-ADBF8E25512E}"/>
              </a:ext>
            </a:extLst>
          </p:cNvPr>
          <p:cNvSpPr/>
          <p:nvPr/>
        </p:nvSpPr>
        <p:spPr>
          <a:xfrm>
            <a:off x="72211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D3F2827F-1D0B-4941-A49E-3AC16EA384CC}"/>
              </a:ext>
            </a:extLst>
          </p:cNvPr>
          <p:cNvSpPr/>
          <p:nvPr/>
        </p:nvSpPr>
        <p:spPr>
          <a:xfrm>
            <a:off x="76402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E5D79756-8D65-45BE-BFA9-9FFE77F8A2F9}"/>
              </a:ext>
            </a:extLst>
          </p:cNvPr>
          <p:cNvSpPr/>
          <p:nvPr/>
        </p:nvSpPr>
        <p:spPr>
          <a:xfrm>
            <a:off x="79069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06D80754-837B-4E25-98FF-5A22B6C68624}"/>
              </a:ext>
            </a:extLst>
          </p:cNvPr>
          <p:cNvSpPr/>
          <p:nvPr/>
        </p:nvSpPr>
        <p:spPr>
          <a:xfrm>
            <a:off x="838701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46FE0BE0-32C3-4232-8976-D2C59E8463E3}"/>
              </a:ext>
            </a:extLst>
          </p:cNvPr>
          <p:cNvSpPr/>
          <p:nvPr/>
        </p:nvSpPr>
        <p:spPr>
          <a:xfrm>
            <a:off x="865371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9FB8996C-504F-4010-A015-C0A828331710}"/>
              </a:ext>
            </a:extLst>
          </p:cNvPr>
          <p:cNvCxnSpPr>
            <a:cxnSpLocks/>
            <a:endCxn id="347" idx="5"/>
          </p:cNvCxnSpPr>
          <p:nvPr/>
        </p:nvCxnSpPr>
        <p:spPr>
          <a:xfrm>
            <a:off x="5643811" y="2731771"/>
            <a:ext cx="32329" cy="1076269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D5A35CDE-D796-4C8D-BD31-D467F5AD1D63}"/>
              </a:ext>
            </a:extLst>
          </p:cNvPr>
          <p:cNvCxnSpPr>
            <a:cxnSpLocks/>
          </p:cNvCxnSpPr>
          <p:nvPr/>
        </p:nvCxnSpPr>
        <p:spPr>
          <a:xfrm>
            <a:off x="7781220" y="2680837"/>
            <a:ext cx="0" cy="1046747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393EE7C3-C9AA-4B79-83FA-C8BF7FBDF561}"/>
              </a:ext>
            </a:extLst>
          </p:cNvPr>
          <p:cNvCxnSpPr>
            <a:cxnSpLocks/>
            <a:stCxn id="368" idx="6"/>
          </p:cNvCxnSpPr>
          <p:nvPr/>
        </p:nvCxnSpPr>
        <p:spPr>
          <a:xfrm flipH="1" flipV="1">
            <a:off x="7304970" y="3783330"/>
            <a:ext cx="762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C9CA7141-957E-41EB-ACD8-7C71FDE96187}"/>
              </a:ext>
            </a:extLst>
          </p:cNvPr>
          <p:cNvCxnSpPr>
            <a:cxnSpLocks/>
            <a:stCxn id="365" idx="4"/>
          </p:cNvCxnSpPr>
          <p:nvPr/>
        </p:nvCxnSpPr>
        <p:spPr>
          <a:xfrm flipV="1">
            <a:off x="6139110" y="3798570"/>
            <a:ext cx="11430" cy="8991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696C4CC4-6E8E-4218-A9F6-7F73A0B1E26F}"/>
              </a:ext>
            </a:extLst>
          </p:cNvPr>
          <p:cNvCxnSpPr>
            <a:cxnSpLocks/>
            <a:stCxn id="359" idx="4"/>
          </p:cNvCxnSpPr>
          <p:nvPr/>
        </p:nvCxnSpPr>
        <p:spPr>
          <a:xfrm flipH="1" flipV="1">
            <a:off x="3727380" y="3768090"/>
            <a:ext cx="3810" cy="92964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0241B61-C54D-48A3-BDFF-EC540C666FB8}"/>
              </a:ext>
            </a:extLst>
          </p:cNvPr>
          <p:cNvCxnSpPr>
            <a:cxnSpLocks/>
          </p:cNvCxnSpPr>
          <p:nvPr/>
        </p:nvCxnSpPr>
        <p:spPr>
          <a:xfrm flipH="1" flipV="1">
            <a:off x="3999454" y="466644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BED26AB-22E8-4467-9C90-53DEF825C629}"/>
              </a:ext>
            </a:extLst>
          </p:cNvPr>
          <p:cNvCxnSpPr>
            <a:cxnSpLocks/>
          </p:cNvCxnSpPr>
          <p:nvPr/>
        </p:nvCxnSpPr>
        <p:spPr>
          <a:xfrm flipH="1" flipV="1">
            <a:off x="3718533" y="465963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6027FBB-2483-496B-947B-5FB6C97B0971}"/>
              </a:ext>
            </a:extLst>
          </p:cNvPr>
          <p:cNvCxnSpPr>
            <a:cxnSpLocks/>
          </p:cNvCxnSpPr>
          <p:nvPr/>
        </p:nvCxnSpPr>
        <p:spPr>
          <a:xfrm flipH="1" flipV="1">
            <a:off x="3317862" y="464377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FE53AD2-77BC-4183-94AA-4DEC7756D49F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4FCF3CD-5DEF-4C45-B71B-94B5E6FF85CB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C7AFA94-90ED-45C2-83BB-2EA3C43550F5}"/>
              </a:ext>
            </a:extLst>
          </p:cNvPr>
          <p:cNvCxnSpPr>
            <a:cxnSpLocks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33E7ADD9-F34D-4B44-99C7-90607EAB1963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8B60360-3A92-4EE7-BACE-540D932826FF}"/>
              </a:ext>
            </a:extLst>
          </p:cNvPr>
          <p:cNvSpPr txBox="1"/>
          <p:nvPr/>
        </p:nvSpPr>
        <p:spPr>
          <a:xfrm>
            <a:off x="4272338" y="2329714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3,  ,  ,  ]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6528C1D-5080-4AC5-A2EA-4B1E8A83ECE6}"/>
              </a:ext>
            </a:extLst>
          </p:cNvPr>
          <p:cNvSpPr txBox="1"/>
          <p:nvPr/>
        </p:nvSpPr>
        <p:spPr>
          <a:xfrm>
            <a:off x="4601193" y="2885411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etc.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33CA77F-79AD-4A68-ACBA-9E66777D70DB}"/>
              </a:ext>
            </a:extLst>
          </p:cNvPr>
          <p:cNvSpPr txBox="1"/>
          <p:nvPr/>
        </p:nvSpPr>
        <p:spPr>
          <a:xfrm>
            <a:off x="6207690" y="2448746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4,  ,  ,  ]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50BA3EE-8D78-4EE3-BF3C-E6C74F20E8D1}"/>
              </a:ext>
            </a:extLst>
          </p:cNvPr>
          <p:cNvSpPr txBox="1"/>
          <p:nvPr/>
        </p:nvSpPr>
        <p:spPr>
          <a:xfrm>
            <a:off x="6774153" y="2892895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etc.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E7F5784-882D-4CE9-A4C2-595DA2B53B5A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1350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577F276-D976-47D8-B0ED-0A4EDF2EE643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5, 3, 4]</a:t>
            </a:r>
          </a:p>
        </p:txBody>
      </p:sp>
    </p:spTree>
    <p:extLst>
      <p:ext uri="{BB962C8B-B14F-4D97-AF65-F5344CB8AC3E}">
        <p14:creationId xmlns:p14="http://schemas.microsoft.com/office/powerpoint/2010/main" val="1066163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04AD143-A66B-48F2-9230-026152D006A0}"/>
              </a:ext>
            </a:extLst>
          </p:cNvPr>
          <p:cNvCxnSpPr>
            <a:cxnSpLocks/>
          </p:cNvCxnSpPr>
          <p:nvPr/>
        </p:nvCxnSpPr>
        <p:spPr>
          <a:xfrm flipH="1" flipV="1">
            <a:off x="8678874" y="470535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BA59E4D-4EB6-42F1-AEAA-7C1E4357D37A}"/>
              </a:ext>
            </a:extLst>
          </p:cNvPr>
          <p:cNvCxnSpPr>
            <a:cxnSpLocks/>
          </p:cNvCxnSpPr>
          <p:nvPr/>
        </p:nvCxnSpPr>
        <p:spPr>
          <a:xfrm flipH="1" flipV="1">
            <a:off x="8430037" y="4698532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F60D4357-4842-4615-AF2D-03D4FB85C80B}"/>
              </a:ext>
            </a:extLst>
          </p:cNvPr>
          <p:cNvCxnSpPr>
            <a:cxnSpLocks/>
          </p:cNvCxnSpPr>
          <p:nvPr/>
        </p:nvCxnSpPr>
        <p:spPr>
          <a:xfrm flipH="1" flipV="1">
            <a:off x="7949156" y="4682676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E814DE84-95BE-491B-8708-357C3FBFEF99}"/>
              </a:ext>
            </a:extLst>
          </p:cNvPr>
          <p:cNvCxnSpPr>
            <a:cxnSpLocks/>
          </p:cNvCxnSpPr>
          <p:nvPr/>
        </p:nvCxnSpPr>
        <p:spPr>
          <a:xfrm flipH="1" flipV="1">
            <a:off x="7683495" y="4721392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DA20584-84D1-4B38-9F33-B541BDA5BD1F}"/>
              </a:ext>
            </a:extLst>
          </p:cNvPr>
          <p:cNvCxnSpPr>
            <a:cxnSpLocks/>
          </p:cNvCxnSpPr>
          <p:nvPr/>
        </p:nvCxnSpPr>
        <p:spPr>
          <a:xfrm flipH="1" flipV="1">
            <a:off x="7272784" y="467391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82A8D78-DD29-4930-BC99-1DF57A6A54D8}"/>
              </a:ext>
            </a:extLst>
          </p:cNvPr>
          <p:cNvCxnSpPr>
            <a:cxnSpLocks/>
          </p:cNvCxnSpPr>
          <p:nvPr/>
        </p:nvCxnSpPr>
        <p:spPr>
          <a:xfrm flipH="1" flipV="1">
            <a:off x="7008531" y="4662679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32E0C24-005F-4BE7-8094-1FFF0FFBCB3A}"/>
              </a:ext>
            </a:extLst>
          </p:cNvPr>
          <p:cNvCxnSpPr>
            <a:cxnSpLocks/>
          </p:cNvCxnSpPr>
          <p:nvPr/>
        </p:nvCxnSpPr>
        <p:spPr>
          <a:xfrm flipH="1" flipV="1">
            <a:off x="6417494" y="470965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D8F5487-350A-425F-909E-CC4FC47BA89E}"/>
              </a:ext>
            </a:extLst>
          </p:cNvPr>
          <p:cNvCxnSpPr>
            <a:cxnSpLocks/>
          </p:cNvCxnSpPr>
          <p:nvPr/>
        </p:nvCxnSpPr>
        <p:spPr>
          <a:xfrm flipH="1" flipV="1">
            <a:off x="6136573" y="4702836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31A3CED3-4DF1-4DD3-BA3F-644B259A03B2}"/>
              </a:ext>
            </a:extLst>
          </p:cNvPr>
          <p:cNvCxnSpPr>
            <a:cxnSpLocks/>
          </p:cNvCxnSpPr>
          <p:nvPr/>
        </p:nvCxnSpPr>
        <p:spPr>
          <a:xfrm flipH="1" flipV="1">
            <a:off x="5735902" y="468698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51841871-69EA-4D39-8E4A-907AE104AB80}"/>
              </a:ext>
            </a:extLst>
          </p:cNvPr>
          <p:cNvCxnSpPr>
            <a:cxnSpLocks/>
          </p:cNvCxnSpPr>
          <p:nvPr/>
        </p:nvCxnSpPr>
        <p:spPr>
          <a:xfrm flipH="1" flipV="1">
            <a:off x="5470241" y="4725696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E696B1F-F0AA-44AA-AB3E-08B2CEB3C779}"/>
              </a:ext>
            </a:extLst>
          </p:cNvPr>
          <p:cNvCxnSpPr>
            <a:cxnSpLocks/>
          </p:cNvCxnSpPr>
          <p:nvPr/>
        </p:nvCxnSpPr>
        <p:spPr>
          <a:xfrm flipH="1" flipV="1">
            <a:off x="4995362" y="467821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577288D-ADB7-4EE2-BBF8-8D9ACAC51B09}"/>
              </a:ext>
            </a:extLst>
          </p:cNvPr>
          <p:cNvCxnSpPr>
            <a:cxnSpLocks/>
          </p:cNvCxnSpPr>
          <p:nvPr/>
        </p:nvCxnSpPr>
        <p:spPr>
          <a:xfrm flipH="1" flipV="1">
            <a:off x="4747151" y="4666983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4D5877A3-CC19-48BB-956E-9CC1FBA180AC}"/>
              </a:ext>
            </a:extLst>
          </p:cNvPr>
          <p:cNvCxnSpPr/>
          <p:nvPr/>
        </p:nvCxnSpPr>
        <p:spPr>
          <a:xfrm flipV="1">
            <a:off x="7000170" y="3775710"/>
            <a:ext cx="28194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277A8544-247C-4CEC-9D83-E1EB3C3D0EBE}"/>
              </a:ext>
            </a:extLst>
          </p:cNvPr>
          <p:cNvCxnSpPr/>
          <p:nvPr/>
        </p:nvCxnSpPr>
        <p:spPr>
          <a:xfrm flipH="1" flipV="1">
            <a:off x="776217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7AD8EC87-9930-4C2F-B23D-F9EFBA6E7FE1}"/>
              </a:ext>
            </a:extLst>
          </p:cNvPr>
          <p:cNvCxnSpPr/>
          <p:nvPr/>
        </p:nvCxnSpPr>
        <p:spPr>
          <a:xfrm flipV="1">
            <a:off x="767835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27C637A3-557B-4428-A572-CD05C6089386}"/>
              </a:ext>
            </a:extLst>
          </p:cNvPr>
          <p:cNvCxnSpPr/>
          <p:nvPr/>
        </p:nvCxnSpPr>
        <p:spPr>
          <a:xfrm flipH="1" flipV="1">
            <a:off x="82879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0FC25C37-72D6-42A2-A184-2AEC8F01169F}"/>
              </a:ext>
            </a:extLst>
          </p:cNvPr>
          <p:cNvCxnSpPr/>
          <p:nvPr/>
        </p:nvCxnSpPr>
        <p:spPr>
          <a:xfrm flipH="1" flipV="1">
            <a:off x="8295570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8A2DA6FD-5E12-49E3-98D5-4DCA56855715}"/>
              </a:ext>
            </a:extLst>
          </p:cNvPr>
          <p:cNvCxnSpPr/>
          <p:nvPr/>
        </p:nvCxnSpPr>
        <p:spPr>
          <a:xfrm flipH="1" flipV="1">
            <a:off x="6146730" y="3760470"/>
            <a:ext cx="28194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AEBFEE3B-F4AA-4B07-9864-26C29E2208B4}"/>
              </a:ext>
            </a:extLst>
          </p:cNvPr>
          <p:cNvCxnSpPr/>
          <p:nvPr/>
        </p:nvCxnSpPr>
        <p:spPr>
          <a:xfrm flipV="1">
            <a:off x="5468550" y="376047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DD6B3391-758A-48F0-8638-55FC635A2B7F}"/>
              </a:ext>
            </a:extLst>
          </p:cNvPr>
          <p:cNvCxnSpPr/>
          <p:nvPr/>
        </p:nvCxnSpPr>
        <p:spPr>
          <a:xfrm flipH="1" flipV="1">
            <a:off x="5666670" y="376047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40302450-76DE-441A-A78A-E11403B8840E}"/>
              </a:ext>
            </a:extLst>
          </p:cNvPr>
          <p:cNvCxnSpPr/>
          <p:nvPr/>
        </p:nvCxnSpPr>
        <p:spPr>
          <a:xfrm flipV="1">
            <a:off x="4729410" y="376047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5292D08-A56A-4E12-A9EB-8FD14C709B1D}"/>
              </a:ext>
            </a:extLst>
          </p:cNvPr>
          <p:cNvCxnSpPr/>
          <p:nvPr/>
        </p:nvCxnSpPr>
        <p:spPr>
          <a:xfrm flipV="1">
            <a:off x="5011350" y="376047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A029AE46-DBAC-4F33-98B9-D737BBCC6CC1}"/>
              </a:ext>
            </a:extLst>
          </p:cNvPr>
          <p:cNvCxnSpPr/>
          <p:nvPr/>
        </p:nvCxnSpPr>
        <p:spPr>
          <a:xfrm flipH="1" flipV="1">
            <a:off x="3723570" y="3775710"/>
            <a:ext cx="28194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E62A23F0-D947-4268-9D2F-96FA9105C5F1}"/>
              </a:ext>
            </a:extLst>
          </p:cNvPr>
          <p:cNvCxnSpPr/>
          <p:nvPr/>
        </p:nvCxnSpPr>
        <p:spPr>
          <a:xfrm flipV="1">
            <a:off x="3045390" y="3775710"/>
            <a:ext cx="1981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EDC9903F-D985-47B8-900C-C41B36F589A8}"/>
              </a:ext>
            </a:extLst>
          </p:cNvPr>
          <p:cNvCxnSpPr/>
          <p:nvPr/>
        </p:nvCxnSpPr>
        <p:spPr>
          <a:xfrm flipH="1" flipV="1">
            <a:off x="3243510" y="3775710"/>
            <a:ext cx="83820" cy="8610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24D0D293-037C-416E-8B56-5660775AD285}"/>
              </a:ext>
            </a:extLst>
          </p:cNvPr>
          <p:cNvCxnSpPr/>
          <p:nvPr/>
        </p:nvCxnSpPr>
        <p:spPr>
          <a:xfrm flipV="1">
            <a:off x="2306250" y="3775710"/>
            <a:ext cx="41148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AC1292CB-B357-4CDF-B848-5A038FB65031}"/>
              </a:ext>
            </a:extLst>
          </p:cNvPr>
          <p:cNvCxnSpPr/>
          <p:nvPr/>
        </p:nvCxnSpPr>
        <p:spPr>
          <a:xfrm flipV="1">
            <a:off x="2588190" y="3775710"/>
            <a:ext cx="121920" cy="8839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4E8BA41D-BE93-4429-8A30-B2F695125E31}"/>
              </a:ext>
            </a:extLst>
          </p:cNvPr>
          <p:cNvCxnSpPr/>
          <p:nvPr/>
        </p:nvCxnSpPr>
        <p:spPr>
          <a:xfrm flipH="1">
            <a:off x="7274490" y="2678430"/>
            <a:ext cx="51816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F0DB459C-9C31-4257-810D-B61A0534AFCC}"/>
              </a:ext>
            </a:extLst>
          </p:cNvPr>
          <p:cNvCxnSpPr/>
          <p:nvPr/>
        </p:nvCxnSpPr>
        <p:spPr>
          <a:xfrm>
            <a:off x="7792650" y="2678430"/>
            <a:ext cx="50292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B630D80F-B9B9-4610-AEA4-247B20DD5665}"/>
              </a:ext>
            </a:extLst>
          </p:cNvPr>
          <p:cNvCxnSpPr/>
          <p:nvPr/>
        </p:nvCxnSpPr>
        <p:spPr>
          <a:xfrm flipH="1">
            <a:off x="5133270" y="2678430"/>
            <a:ext cx="51054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161E2110-FE2B-4CA6-8B31-F1B7D3CB9C09}"/>
              </a:ext>
            </a:extLst>
          </p:cNvPr>
          <p:cNvCxnSpPr/>
          <p:nvPr/>
        </p:nvCxnSpPr>
        <p:spPr>
          <a:xfrm>
            <a:off x="5651430" y="2678430"/>
            <a:ext cx="502920" cy="112014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23785EAA-0B13-4DE9-AABA-C476AFEF8BD4}"/>
              </a:ext>
            </a:extLst>
          </p:cNvPr>
          <p:cNvCxnSpPr/>
          <p:nvPr/>
        </p:nvCxnSpPr>
        <p:spPr>
          <a:xfrm flipH="1">
            <a:off x="2725350" y="2678430"/>
            <a:ext cx="7924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92471D18-DB45-4E64-9A21-27455BB28CC0}"/>
              </a:ext>
            </a:extLst>
          </p:cNvPr>
          <p:cNvCxnSpPr/>
          <p:nvPr/>
        </p:nvCxnSpPr>
        <p:spPr>
          <a:xfrm flipH="1">
            <a:off x="3243510" y="2678430"/>
            <a:ext cx="25908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BA6723FF-4769-413C-9C2D-58F1989B2B01}"/>
              </a:ext>
            </a:extLst>
          </p:cNvPr>
          <p:cNvCxnSpPr/>
          <p:nvPr/>
        </p:nvCxnSpPr>
        <p:spPr>
          <a:xfrm>
            <a:off x="3502590" y="2678430"/>
            <a:ext cx="243840" cy="10972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8D043217-9FB5-4EFC-9A5B-3A6C2CD3E108}"/>
              </a:ext>
            </a:extLst>
          </p:cNvPr>
          <p:cNvCxnSpPr/>
          <p:nvPr/>
        </p:nvCxnSpPr>
        <p:spPr>
          <a:xfrm flipH="1">
            <a:off x="5643810" y="1375410"/>
            <a:ext cx="105918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845BED9-5BA4-4300-BAF8-D95B108A7BD2}"/>
              </a:ext>
            </a:extLst>
          </p:cNvPr>
          <p:cNvCxnSpPr/>
          <p:nvPr/>
        </p:nvCxnSpPr>
        <p:spPr>
          <a:xfrm flipH="1">
            <a:off x="3517830" y="1375410"/>
            <a:ext cx="318516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8862210-F85E-4A32-9FB5-4AEC635FA49A}"/>
              </a:ext>
            </a:extLst>
          </p:cNvPr>
          <p:cNvCxnSpPr/>
          <p:nvPr/>
        </p:nvCxnSpPr>
        <p:spPr>
          <a:xfrm>
            <a:off x="6702990" y="1375410"/>
            <a:ext cx="111252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38EED80A-D907-486B-928F-27ADDDCC39EB}"/>
              </a:ext>
            </a:extLst>
          </p:cNvPr>
          <p:cNvCxnSpPr/>
          <p:nvPr/>
        </p:nvCxnSpPr>
        <p:spPr>
          <a:xfrm>
            <a:off x="6702990" y="1375410"/>
            <a:ext cx="3208020" cy="130302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338" name="Oval 337">
            <a:extLst>
              <a:ext uri="{FF2B5EF4-FFF2-40B4-BE49-F238E27FC236}">
                <a16:creationId xmlns:a16="http://schemas.microsoft.com/office/drawing/2014/main" id="{7F7BC5E2-97FE-45B9-9736-43BAB31A9153}"/>
              </a:ext>
            </a:extLst>
          </p:cNvPr>
          <p:cNvSpPr/>
          <p:nvPr/>
        </p:nvSpPr>
        <p:spPr>
          <a:xfrm>
            <a:off x="6649650" y="13296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032603E8-FF6A-48C4-83BE-A6CEF9CCA94A}"/>
              </a:ext>
            </a:extLst>
          </p:cNvPr>
          <p:cNvSpPr/>
          <p:nvPr/>
        </p:nvSpPr>
        <p:spPr>
          <a:xfrm>
            <a:off x="773550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2C9AB073-5A54-46EE-8C0D-487E3B9DA317}"/>
              </a:ext>
            </a:extLst>
          </p:cNvPr>
          <p:cNvSpPr/>
          <p:nvPr/>
        </p:nvSpPr>
        <p:spPr>
          <a:xfrm>
            <a:off x="3464490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D77F3057-F179-41B2-B48D-841A78A50327}"/>
              </a:ext>
            </a:extLst>
          </p:cNvPr>
          <p:cNvSpPr/>
          <p:nvPr/>
        </p:nvSpPr>
        <p:spPr>
          <a:xfrm>
            <a:off x="5599995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2CDAD712-9A61-4E8D-BD6B-532693FDC3CE}"/>
              </a:ext>
            </a:extLst>
          </p:cNvPr>
          <p:cNvSpPr/>
          <p:nvPr/>
        </p:nvSpPr>
        <p:spPr>
          <a:xfrm>
            <a:off x="9871005" y="263271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A65736B6-75D7-4450-B75E-7437C9C0CD6A}"/>
              </a:ext>
            </a:extLst>
          </p:cNvPr>
          <p:cNvSpPr/>
          <p:nvPr/>
        </p:nvSpPr>
        <p:spPr>
          <a:xfrm>
            <a:off x="26796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B4518C7B-0014-4F13-93B1-87624A0864B3}"/>
              </a:ext>
            </a:extLst>
          </p:cNvPr>
          <p:cNvSpPr/>
          <p:nvPr/>
        </p:nvSpPr>
        <p:spPr>
          <a:xfrm>
            <a:off x="318255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7A7BDEBA-3EF0-4805-BFA0-917100AF6D5E}"/>
              </a:ext>
            </a:extLst>
          </p:cNvPr>
          <p:cNvSpPr/>
          <p:nvPr/>
        </p:nvSpPr>
        <p:spPr>
          <a:xfrm>
            <a:off x="368547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6" name="Oval 345">
            <a:extLst>
              <a:ext uri="{FF2B5EF4-FFF2-40B4-BE49-F238E27FC236}">
                <a16:creationId xmlns:a16="http://schemas.microsoft.com/office/drawing/2014/main" id="{EECB3B73-73F3-4F0C-9A83-D0A118B80869}"/>
              </a:ext>
            </a:extLst>
          </p:cNvPr>
          <p:cNvSpPr/>
          <p:nvPr/>
        </p:nvSpPr>
        <p:spPr>
          <a:xfrm>
            <a:off x="509517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2B78EE88-2BBA-48EC-A59F-1BE92AB81A76}"/>
              </a:ext>
            </a:extLst>
          </p:cNvPr>
          <p:cNvSpPr/>
          <p:nvPr/>
        </p:nvSpPr>
        <p:spPr>
          <a:xfrm>
            <a:off x="559809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D419F66E-DB15-4FF2-B7F6-853851D9A01E}"/>
              </a:ext>
            </a:extLst>
          </p:cNvPr>
          <p:cNvSpPr/>
          <p:nvPr/>
        </p:nvSpPr>
        <p:spPr>
          <a:xfrm>
            <a:off x="610101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32E226E6-0953-4671-B6F1-8C349FFB09A2}"/>
              </a:ext>
            </a:extLst>
          </p:cNvPr>
          <p:cNvSpPr/>
          <p:nvPr/>
        </p:nvSpPr>
        <p:spPr>
          <a:xfrm>
            <a:off x="723639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3A29104E-0A27-49D1-9737-00FB0795D3F4}"/>
              </a:ext>
            </a:extLst>
          </p:cNvPr>
          <p:cNvSpPr/>
          <p:nvPr/>
        </p:nvSpPr>
        <p:spPr>
          <a:xfrm>
            <a:off x="773931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4F98B7D8-0D78-4DFD-92FD-2CC8DF537073}"/>
              </a:ext>
            </a:extLst>
          </p:cNvPr>
          <p:cNvSpPr/>
          <p:nvPr/>
        </p:nvSpPr>
        <p:spPr>
          <a:xfrm>
            <a:off x="8242230" y="37299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EE882620-01AB-4F93-A0CC-37F4FBEE333C}"/>
              </a:ext>
            </a:extLst>
          </p:cNvPr>
          <p:cNvSpPr/>
          <p:nvPr/>
        </p:nvSpPr>
        <p:spPr>
          <a:xfrm>
            <a:off x="22605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EDCFD68E-82FC-4FB0-B586-8732DE0FF457}"/>
              </a:ext>
            </a:extLst>
          </p:cNvPr>
          <p:cNvSpPr/>
          <p:nvPr/>
        </p:nvSpPr>
        <p:spPr>
          <a:xfrm>
            <a:off x="252723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F230D0C8-1F48-4F7A-B353-74AA269177BA}"/>
              </a:ext>
            </a:extLst>
          </p:cNvPr>
          <p:cNvSpPr/>
          <p:nvPr/>
        </p:nvSpPr>
        <p:spPr>
          <a:xfrm>
            <a:off x="30072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BD3C3DD8-E5B8-40CF-B853-FA7F6A67270C}"/>
              </a:ext>
            </a:extLst>
          </p:cNvPr>
          <p:cNvSpPr/>
          <p:nvPr/>
        </p:nvSpPr>
        <p:spPr>
          <a:xfrm>
            <a:off x="32739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61F50E0C-29F3-47B9-8A51-0DCE21D50807}"/>
              </a:ext>
            </a:extLst>
          </p:cNvPr>
          <p:cNvSpPr/>
          <p:nvPr/>
        </p:nvSpPr>
        <p:spPr>
          <a:xfrm>
            <a:off x="368547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3BECEC08-C247-46EC-BB3E-96ECEBCB4D69}"/>
              </a:ext>
            </a:extLst>
          </p:cNvPr>
          <p:cNvSpPr/>
          <p:nvPr/>
        </p:nvSpPr>
        <p:spPr>
          <a:xfrm>
            <a:off x="395217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98E83F77-04FB-4F51-808E-CA9422891589}"/>
              </a:ext>
            </a:extLst>
          </p:cNvPr>
          <p:cNvSpPr/>
          <p:nvPr/>
        </p:nvSpPr>
        <p:spPr>
          <a:xfrm>
            <a:off x="469131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7B9DB6B2-88B3-40BD-ADA2-561205E75CFB}"/>
              </a:ext>
            </a:extLst>
          </p:cNvPr>
          <p:cNvSpPr/>
          <p:nvPr/>
        </p:nvSpPr>
        <p:spPr>
          <a:xfrm>
            <a:off x="495801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C1810699-A52B-4FE7-B7E0-9C9898D7B5AB}"/>
              </a:ext>
            </a:extLst>
          </p:cNvPr>
          <p:cNvSpPr/>
          <p:nvPr/>
        </p:nvSpPr>
        <p:spPr>
          <a:xfrm>
            <a:off x="54304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78B68D77-51E3-4AA7-8DCD-D9F1404966FF}"/>
              </a:ext>
            </a:extLst>
          </p:cNvPr>
          <p:cNvSpPr/>
          <p:nvPr/>
        </p:nvSpPr>
        <p:spPr>
          <a:xfrm>
            <a:off x="56971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CF3C8B0E-873D-4F3B-8402-829B8D87FE07}"/>
              </a:ext>
            </a:extLst>
          </p:cNvPr>
          <p:cNvSpPr/>
          <p:nvPr/>
        </p:nvSpPr>
        <p:spPr>
          <a:xfrm>
            <a:off x="60933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6" name="Oval 365">
            <a:extLst>
              <a:ext uri="{FF2B5EF4-FFF2-40B4-BE49-F238E27FC236}">
                <a16:creationId xmlns:a16="http://schemas.microsoft.com/office/drawing/2014/main" id="{FF0A718C-681E-4657-8460-5178331CDB0C}"/>
              </a:ext>
            </a:extLst>
          </p:cNvPr>
          <p:cNvSpPr/>
          <p:nvPr/>
        </p:nvSpPr>
        <p:spPr>
          <a:xfrm>
            <a:off x="636009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284057D9-1AB0-42F5-B123-78FC69EC4704}"/>
              </a:ext>
            </a:extLst>
          </p:cNvPr>
          <p:cNvSpPr/>
          <p:nvPr/>
        </p:nvSpPr>
        <p:spPr>
          <a:xfrm>
            <a:off x="69544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7F06657E-E802-4534-932A-29DB2A2403A7}"/>
              </a:ext>
            </a:extLst>
          </p:cNvPr>
          <p:cNvSpPr/>
          <p:nvPr/>
        </p:nvSpPr>
        <p:spPr>
          <a:xfrm>
            <a:off x="72211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34F8BF56-5353-4AB5-A5A4-109FE60C59DD}"/>
              </a:ext>
            </a:extLst>
          </p:cNvPr>
          <p:cNvSpPr/>
          <p:nvPr/>
        </p:nvSpPr>
        <p:spPr>
          <a:xfrm>
            <a:off x="76402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5B75849E-A4D5-4FA2-B6F2-DB0D0ADF8A10}"/>
              </a:ext>
            </a:extLst>
          </p:cNvPr>
          <p:cNvSpPr/>
          <p:nvPr/>
        </p:nvSpPr>
        <p:spPr>
          <a:xfrm>
            <a:off x="790695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2799C15D-9E5B-483E-AEC1-24927895DDF1}"/>
              </a:ext>
            </a:extLst>
          </p:cNvPr>
          <p:cNvSpPr/>
          <p:nvPr/>
        </p:nvSpPr>
        <p:spPr>
          <a:xfrm>
            <a:off x="838701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0E34DB76-04AB-4119-8ED8-A861F9A8051D}"/>
              </a:ext>
            </a:extLst>
          </p:cNvPr>
          <p:cNvSpPr/>
          <p:nvPr/>
        </p:nvSpPr>
        <p:spPr>
          <a:xfrm>
            <a:off x="8653710" y="460629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79" name="Oval 378">
            <a:extLst>
              <a:ext uri="{FF2B5EF4-FFF2-40B4-BE49-F238E27FC236}">
                <a16:creationId xmlns:a16="http://schemas.microsoft.com/office/drawing/2014/main" id="{462DE4E0-1D73-49A1-9337-7E1B0CE7FF0C}"/>
              </a:ext>
            </a:extLst>
          </p:cNvPr>
          <p:cNvSpPr/>
          <p:nvPr/>
        </p:nvSpPr>
        <p:spPr>
          <a:xfrm>
            <a:off x="22605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0" name="Oval 379">
            <a:extLst>
              <a:ext uri="{FF2B5EF4-FFF2-40B4-BE49-F238E27FC236}">
                <a16:creationId xmlns:a16="http://schemas.microsoft.com/office/drawing/2014/main" id="{C543C092-A664-4570-B943-D75F097EF235}"/>
              </a:ext>
            </a:extLst>
          </p:cNvPr>
          <p:cNvSpPr/>
          <p:nvPr/>
        </p:nvSpPr>
        <p:spPr>
          <a:xfrm>
            <a:off x="252723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C24E6873-5A19-4C97-94F4-BA47A366CDF6}"/>
              </a:ext>
            </a:extLst>
          </p:cNvPr>
          <p:cNvSpPr/>
          <p:nvPr/>
        </p:nvSpPr>
        <p:spPr>
          <a:xfrm>
            <a:off x="30072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74715866-CB7A-485B-B5EC-DDFDBE38ECDE}"/>
              </a:ext>
            </a:extLst>
          </p:cNvPr>
          <p:cNvSpPr/>
          <p:nvPr/>
        </p:nvSpPr>
        <p:spPr>
          <a:xfrm>
            <a:off x="32739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3" name="Oval 382">
            <a:extLst>
              <a:ext uri="{FF2B5EF4-FFF2-40B4-BE49-F238E27FC236}">
                <a16:creationId xmlns:a16="http://schemas.microsoft.com/office/drawing/2014/main" id="{482B602D-8251-455A-B906-D995F946EA0C}"/>
              </a:ext>
            </a:extLst>
          </p:cNvPr>
          <p:cNvSpPr/>
          <p:nvPr/>
        </p:nvSpPr>
        <p:spPr>
          <a:xfrm>
            <a:off x="368547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70ABF75B-327C-45CF-A4DD-82AB7135B745}"/>
              </a:ext>
            </a:extLst>
          </p:cNvPr>
          <p:cNvSpPr/>
          <p:nvPr/>
        </p:nvSpPr>
        <p:spPr>
          <a:xfrm>
            <a:off x="395217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5" name="Oval 384">
            <a:extLst>
              <a:ext uri="{FF2B5EF4-FFF2-40B4-BE49-F238E27FC236}">
                <a16:creationId xmlns:a16="http://schemas.microsoft.com/office/drawing/2014/main" id="{4E781C3F-B23B-4900-8169-C20D73483C4B}"/>
              </a:ext>
            </a:extLst>
          </p:cNvPr>
          <p:cNvSpPr/>
          <p:nvPr/>
        </p:nvSpPr>
        <p:spPr>
          <a:xfrm>
            <a:off x="469131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8BFA138E-AF5C-43FF-9275-88E11F575228}"/>
              </a:ext>
            </a:extLst>
          </p:cNvPr>
          <p:cNvSpPr/>
          <p:nvPr/>
        </p:nvSpPr>
        <p:spPr>
          <a:xfrm>
            <a:off x="495801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0EEA973D-6906-47A5-AF91-D9C8AFBFFCF0}"/>
              </a:ext>
            </a:extLst>
          </p:cNvPr>
          <p:cNvSpPr/>
          <p:nvPr/>
        </p:nvSpPr>
        <p:spPr>
          <a:xfrm>
            <a:off x="54304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34B84DE9-8F60-4533-ADD4-2EAB0FB6EAB0}"/>
              </a:ext>
            </a:extLst>
          </p:cNvPr>
          <p:cNvSpPr/>
          <p:nvPr/>
        </p:nvSpPr>
        <p:spPr>
          <a:xfrm>
            <a:off x="56971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4F51A71B-845A-47BB-A914-5F9A72ED3D8A}"/>
              </a:ext>
            </a:extLst>
          </p:cNvPr>
          <p:cNvSpPr/>
          <p:nvPr/>
        </p:nvSpPr>
        <p:spPr>
          <a:xfrm>
            <a:off x="60933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A534C95F-9B7E-434F-8923-AACA6FA0684F}"/>
              </a:ext>
            </a:extLst>
          </p:cNvPr>
          <p:cNvSpPr/>
          <p:nvPr/>
        </p:nvSpPr>
        <p:spPr>
          <a:xfrm>
            <a:off x="636009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B0F29675-24D7-457E-AD21-1B2F5655F82F}"/>
              </a:ext>
            </a:extLst>
          </p:cNvPr>
          <p:cNvSpPr/>
          <p:nvPr/>
        </p:nvSpPr>
        <p:spPr>
          <a:xfrm>
            <a:off x="69544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11AE8439-613D-4FF0-B536-ADBF8E25512E}"/>
              </a:ext>
            </a:extLst>
          </p:cNvPr>
          <p:cNvSpPr/>
          <p:nvPr/>
        </p:nvSpPr>
        <p:spPr>
          <a:xfrm>
            <a:off x="72211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D3F2827F-1D0B-4941-A49E-3AC16EA384CC}"/>
              </a:ext>
            </a:extLst>
          </p:cNvPr>
          <p:cNvSpPr/>
          <p:nvPr/>
        </p:nvSpPr>
        <p:spPr>
          <a:xfrm>
            <a:off x="76402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E5D79756-8D65-45BE-BFA9-9FFE77F8A2F9}"/>
              </a:ext>
            </a:extLst>
          </p:cNvPr>
          <p:cNvSpPr/>
          <p:nvPr/>
        </p:nvSpPr>
        <p:spPr>
          <a:xfrm>
            <a:off x="790695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06D80754-837B-4E25-98FF-5A22B6C68624}"/>
              </a:ext>
            </a:extLst>
          </p:cNvPr>
          <p:cNvSpPr/>
          <p:nvPr/>
        </p:nvSpPr>
        <p:spPr>
          <a:xfrm>
            <a:off x="838701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46FE0BE0-32C3-4232-8976-D2C59E8463E3}"/>
              </a:ext>
            </a:extLst>
          </p:cNvPr>
          <p:cNvSpPr/>
          <p:nvPr/>
        </p:nvSpPr>
        <p:spPr>
          <a:xfrm>
            <a:off x="8653710" y="5436870"/>
            <a:ext cx="91440" cy="91440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kern="0">
              <a:solidFill>
                <a:sysClr val="window" lastClr="FFFFFF"/>
              </a:solidFill>
              <a:latin typeface="Calibri" panose="020F0502020204030204"/>
            </a:endParaRPr>
          </a:p>
        </p:txBody>
      </p: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9FB8996C-504F-4010-A015-C0A828331710}"/>
              </a:ext>
            </a:extLst>
          </p:cNvPr>
          <p:cNvCxnSpPr>
            <a:cxnSpLocks/>
            <a:endCxn id="347" idx="5"/>
          </p:cNvCxnSpPr>
          <p:nvPr/>
        </p:nvCxnSpPr>
        <p:spPr>
          <a:xfrm>
            <a:off x="5643811" y="2731771"/>
            <a:ext cx="32329" cy="1076269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D5A35CDE-D796-4C8D-BD31-D467F5AD1D63}"/>
              </a:ext>
            </a:extLst>
          </p:cNvPr>
          <p:cNvCxnSpPr>
            <a:cxnSpLocks/>
          </p:cNvCxnSpPr>
          <p:nvPr/>
        </p:nvCxnSpPr>
        <p:spPr>
          <a:xfrm>
            <a:off x="7781220" y="2680837"/>
            <a:ext cx="0" cy="1046747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393EE7C3-C9AA-4B79-83FA-C8BF7FBDF561}"/>
              </a:ext>
            </a:extLst>
          </p:cNvPr>
          <p:cNvCxnSpPr>
            <a:cxnSpLocks/>
            <a:stCxn id="368" idx="6"/>
          </p:cNvCxnSpPr>
          <p:nvPr/>
        </p:nvCxnSpPr>
        <p:spPr>
          <a:xfrm flipH="1" flipV="1">
            <a:off x="7304970" y="3783330"/>
            <a:ext cx="7620" cy="86868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C9CA7141-957E-41EB-ACD8-7C71FDE96187}"/>
              </a:ext>
            </a:extLst>
          </p:cNvPr>
          <p:cNvCxnSpPr>
            <a:cxnSpLocks/>
            <a:stCxn id="365" idx="4"/>
          </p:cNvCxnSpPr>
          <p:nvPr/>
        </p:nvCxnSpPr>
        <p:spPr>
          <a:xfrm flipV="1">
            <a:off x="6139110" y="3798570"/>
            <a:ext cx="11430" cy="89916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13" name="Straight Connector 412">
            <a:extLst>
              <a:ext uri="{FF2B5EF4-FFF2-40B4-BE49-F238E27FC236}">
                <a16:creationId xmlns:a16="http://schemas.microsoft.com/office/drawing/2014/main" id="{696C4CC4-6E8E-4218-A9F6-7F73A0B1E26F}"/>
              </a:ext>
            </a:extLst>
          </p:cNvPr>
          <p:cNvCxnSpPr>
            <a:cxnSpLocks/>
            <a:stCxn id="359" idx="4"/>
          </p:cNvCxnSpPr>
          <p:nvPr/>
        </p:nvCxnSpPr>
        <p:spPr>
          <a:xfrm flipH="1" flipV="1">
            <a:off x="3727380" y="3768090"/>
            <a:ext cx="3810" cy="929640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04DB3969-438C-471B-A2EF-B1DAE767A283}"/>
              </a:ext>
            </a:extLst>
          </p:cNvPr>
          <p:cNvSpPr txBox="1"/>
          <p:nvPr/>
        </p:nvSpPr>
        <p:spPr>
          <a:xfrm>
            <a:off x="6080106" y="920017"/>
            <a:ext cx="153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 ,  ,  ,  ]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30241B61-C54D-48A3-BDFF-EC540C666FB8}"/>
              </a:ext>
            </a:extLst>
          </p:cNvPr>
          <p:cNvCxnSpPr>
            <a:cxnSpLocks/>
          </p:cNvCxnSpPr>
          <p:nvPr/>
        </p:nvCxnSpPr>
        <p:spPr>
          <a:xfrm flipH="1" flipV="1">
            <a:off x="3999454" y="466644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BED26AB-22E8-4467-9C90-53DEF825C629}"/>
              </a:ext>
            </a:extLst>
          </p:cNvPr>
          <p:cNvCxnSpPr>
            <a:cxnSpLocks/>
          </p:cNvCxnSpPr>
          <p:nvPr/>
        </p:nvCxnSpPr>
        <p:spPr>
          <a:xfrm flipH="1" flipV="1">
            <a:off x="3718533" y="465963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76027FBB-2483-496B-947B-5FB6C97B0971}"/>
              </a:ext>
            </a:extLst>
          </p:cNvPr>
          <p:cNvCxnSpPr>
            <a:cxnSpLocks/>
          </p:cNvCxnSpPr>
          <p:nvPr/>
        </p:nvCxnSpPr>
        <p:spPr>
          <a:xfrm flipH="1" flipV="1">
            <a:off x="3317862" y="4643774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FE53AD2-77BC-4183-94AA-4DEC7756D49F}"/>
              </a:ext>
            </a:extLst>
          </p:cNvPr>
          <p:cNvCxnSpPr>
            <a:cxnSpLocks/>
          </p:cNvCxnSpPr>
          <p:nvPr/>
        </p:nvCxnSpPr>
        <p:spPr>
          <a:xfrm flipH="1" flipV="1">
            <a:off x="3052201" y="4682490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4FCF3CD-5DEF-4C45-B71B-94B5E6FF85CB}"/>
              </a:ext>
            </a:extLst>
          </p:cNvPr>
          <p:cNvCxnSpPr>
            <a:cxnSpLocks/>
          </p:cNvCxnSpPr>
          <p:nvPr/>
        </p:nvCxnSpPr>
        <p:spPr>
          <a:xfrm flipH="1" flipV="1">
            <a:off x="2561280" y="4635008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1C7AFA94-90ED-45C2-83BB-2EA3C43550F5}"/>
              </a:ext>
            </a:extLst>
          </p:cNvPr>
          <p:cNvCxnSpPr>
            <a:cxnSpLocks/>
          </p:cNvCxnSpPr>
          <p:nvPr/>
        </p:nvCxnSpPr>
        <p:spPr>
          <a:xfrm flipH="1" flipV="1">
            <a:off x="2329111" y="4623777"/>
            <a:ext cx="9468" cy="826484"/>
          </a:xfrm>
          <a:prstGeom prst="line">
            <a:avLst/>
          </a:prstGeom>
          <a:noFill/>
          <a:ln w="635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33E7ADD9-F34D-4B44-99C7-90607EAB1963}"/>
              </a:ext>
            </a:extLst>
          </p:cNvPr>
          <p:cNvSpPr txBox="1"/>
          <p:nvPr/>
        </p:nvSpPr>
        <p:spPr>
          <a:xfrm>
            <a:off x="2020060" y="2193012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2,  ,  ,  ]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8B60360-3A92-4EE7-BACE-540D932826FF}"/>
              </a:ext>
            </a:extLst>
          </p:cNvPr>
          <p:cNvSpPr txBox="1"/>
          <p:nvPr/>
        </p:nvSpPr>
        <p:spPr>
          <a:xfrm>
            <a:off x="4272338" y="2329714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3,  ,  ,  ]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6528C1D-5080-4AC5-A2EA-4B1E8A83ECE6}"/>
              </a:ext>
            </a:extLst>
          </p:cNvPr>
          <p:cNvSpPr txBox="1"/>
          <p:nvPr/>
        </p:nvSpPr>
        <p:spPr>
          <a:xfrm>
            <a:off x="4601193" y="2885411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etc.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33CA77F-79AD-4A68-ACBA-9E66777D70DB}"/>
              </a:ext>
            </a:extLst>
          </p:cNvPr>
          <p:cNvSpPr txBox="1"/>
          <p:nvPr/>
        </p:nvSpPr>
        <p:spPr>
          <a:xfrm>
            <a:off x="6207690" y="2448746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4,  ,  ,  ]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50BA3EE-8D78-4EE3-BF3C-E6C74F20E8D1}"/>
              </a:ext>
            </a:extLst>
          </p:cNvPr>
          <p:cNvSpPr txBox="1"/>
          <p:nvPr/>
        </p:nvSpPr>
        <p:spPr>
          <a:xfrm>
            <a:off x="6774153" y="2892895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etc.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555C5ED-C69C-472D-B9C5-9D1DF30C055A}"/>
              </a:ext>
            </a:extLst>
          </p:cNvPr>
          <p:cNvSpPr txBox="1"/>
          <p:nvPr/>
        </p:nvSpPr>
        <p:spPr>
          <a:xfrm>
            <a:off x="8287950" y="2584827"/>
            <a:ext cx="16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 = [1, 5,  ,  ,  ]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1B7BC8A-7CC7-422F-ADFB-E33E2FA497AF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1350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C9691FD-DA7D-4D52-8D8D-1ADE13E39C81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5, 3, 4]</a:t>
            </a:r>
          </a:p>
        </p:txBody>
      </p:sp>
    </p:spTree>
    <p:extLst>
      <p:ext uri="{BB962C8B-B14F-4D97-AF65-F5344CB8AC3E}">
        <p14:creationId xmlns:p14="http://schemas.microsoft.com/office/powerpoint/2010/main" val="1074599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D131778-D5DF-4B2B-A97D-98A69F4A6850}"/>
              </a:ext>
            </a:extLst>
          </p:cNvPr>
          <p:cNvCxnSpPr/>
          <p:nvPr/>
        </p:nvCxnSpPr>
        <p:spPr>
          <a:xfrm flipV="1">
            <a:off x="4482658" y="2777139"/>
            <a:ext cx="3093277" cy="54033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67AA352-83B8-44CE-8FF4-507105A8D003}"/>
              </a:ext>
            </a:extLst>
          </p:cNvPr>
          <p:cNvCxnSpPr>
            <a:cxnSpLocks/>
            <a:endCxn id="75" idx="6"/>
          </p:cNvCxnSpPr>
          <p:nvPr/>
        </p:nvCxnSpPr>
        <p:spPr>
          <a:xfrm>
            <a:off x="4508662" y="2886855"/>
            <a:ext cx="1527775" cy="85416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8BA2B73-AC98-4392-AB38-D2C019F23389}"/>
              </a:ext>
            </a:extLst>
          </p:cNvPr>
          <p:cNvCxnSpPr/>
          <p:nvPr/>
        </p:nvCxnSpPr>
        <p:spPr>
          <a:xfrm flipV="1">
            <a:off x="4498330" y="3733237"/>
            <a:ext cx="1474374" cy="19236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F079687-30AC-4899-932B-48AF56908E88}"/>
              </a:ext>
            </a:extLst>
          </p:cNvPr>
          <p:cNvCxnSpPr/>
          <p:nvPr/>
        </p:nvCxnSpPr>
        <p:spPr>
          <a:xfrm flipH="1" flipV="1">
            <a:off x="4498330" y="2839833"/>
            <a:ext cx="1493763" cy="885190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CB8484C-1871-43E1-B115-6C8F5EAA1B3D}"/>
              </a:ext>
            </a:extLst>
          </p:cNvPr>
          <p:cNvCxnSpPr/>
          <p:nvPr/>
        </p:nvCxnSpPr>
        <p:spPr>
          <a:xfrm>
            <a:off x="4498330" y="3748912"/>
            <a:ext cx="2373162" cy="1155409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9ADD25C-1617-4C6C-B958-C226697062F6}"/>
              </a:ext>
            </a:extLst>
          </p:cNvPr>
          <p:cNvCxnSpPr/>
          <p:nvPr/>
        </p:nvCxnSpPr>
        <p:spPr>
          <a:xfrm flipV="1">
            <a:off x="5987214" y="2808486"/>
            <a:ext cx="1595448" cy="946618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D58BA0A-D0DC-4E21-84F7-78C7CE1BB891}"/>
              </a:ext>
            </a:extLst>
          </p:cNvPr>
          <p:cNvCxnSpPr/>
          <p:nvPr/>
        </p:nvCxnSpPr>
        <p:spPr>
          <a:xfrm flipH="1">
            <a:off x="6880545" y="2777139"/>
            <a:ext cx="705605" cy="210501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F94E30C-73C7-467B-AB74-BA558E31937C}"/>
              </a:ext>
            </a:extLst>
          </p:cNvPr>
          <p:cNvCxnSpPr>
            <a:cxnSpLocks/>
            <a:stCxn id="73" idx="2"/>
          </p:cNvCxnSpPr>
          <p:nvPr/>
        </p:nvCxnSpPr>
        <p:spPr>
          <a:xfrm>
            <a:off x="4451312" y="3741015"/>
            <a:ext cx="2422330" cy="1172426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D10C58C-0A49-4B33-A021-5F407DA37457}"/>
              </a:ext>
            </a:extLst>
          </p:cNvPr>
          <p:cNvCxnSpPr/>
          <p:nvPr/>
        </p:nvCxnSpPr>
        <p:spPr>
          <a:xfrm flipV="1">
            <a:off x="4451312" y="2777139"/>
            <a:ext cx="3175007" cy="966608"/>
          </a:xfrm>
          <a:prstGeom prst="line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E2A8E35C-ABC5-4C3C-A2BC-313F610D9FFD}"/>
              </a:ext>
            </a:extLst>
          </p:cNvPr>
          <p:cNvSpPr/>
          <p:nvPr/>
        </p:nvSpPr>
        <p:spPr>
          <a:xfrm>
            <a:off x="4451312" y="3686216"/>
            <a:ext cx="96240" cy="109597"/>
          </a:xfrm>
          <a:prstGeom prst="ellipse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4" name="TextBox 5">
            <a:extLst>
              <a:ext uri="{FF2B5EF4-FFF2-40B4-BE49-F238E27FC236}">
                <a16:creationId xmlns:a16="http://schemas.microsoft.com/office/drawing/2014/main" id="{30B374F6-7C12-4EB0-AB63-5ADF94FE8C03}"/>
              </a:ext>
            </a:extLst>
          </p:cNvPr>
          <p:cNvSpPr txBox="1"/>
          <p:nvPr/>
        </p:nvSpPr>
        <p:spPr>
          <a:xfrm>
            <a:off x="6974580" y="4767705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ADD74A73-2E6B-4F5D-BEB3-A11BF4FE9BA9}"/>
              </a:ext>
            </a:extLst>
          </p:cNvPr>
          <p:cNvSpPr/>
          <p:nvPr/>
        </p:nvSpPr>
        <p:spPr>
          <a:xfrm>
            <a:off x="5940197" y="3686216"/>
            <a:ext cx="96240" cy="109597"/>
          </a:xfrm>
          <a:prstGeom prst="ellipse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415EAA4-D71E-49E8-A655-EDB3FF1AD4EA}"/>
              </a:ext>
            </a:extLst>
          </p:cNvPr>
          <p:cNvSpPr/>
          <p:nvPr/>
        </p:nvSpPr>
        <p:spPr>
          <a:xfrm>
            <a:off x="4466985" y="2777139"/>
            <a:ext cx="96240" cy="109597"/>
          </a:xfrm>
          <a:prstGeom prst="ellipse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7" name="TextBox 9">
            <a:extLst>
              <a:ext uri="{FF2B5EF4-FFF2-40B4-BE49-F238E27FC236}">
                <a16:creationId xmlns:a16="http://schemas.microsoft.com/office/drawing/2014/main" id="{3D96A6AE-87EB-4A65-AE72-2C6B13D13BB7}"/>
              </a:ext>
            </a:extLst>
          </p:cNvPr>
          <p:cNvSpPr txBox="1"/>
          <p:nvPr/>
        </p:nvSpPr>
        <p:spPr>
          <a:xfrm>
            <a:off x="6081250" y="3639195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6548A81-F73D-494A-B6B0-E64AFCAD4CE8}"/>
              </a:ext>
            </a:extLst>
          </p:cNvPr>
          <p:cNvSpPr/>
          <p:nvPr/>
        </p:nvSpPr>
        <p:spPr>
          <a:xfrm>
            <a:off x="7538789" y="2714444"/>
            <a:ext cx="96240" cy="109597"/>
          </a:xfrm>
          <a:prstGeom prst="ellipse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9" name="TextBox 11">
            <a:extLst>
              <a:ext uri="{FF2B5EF4-FFF2-40B4-BE49-F238E27FC236}">
                <a16:creationId xmlns:a16="http://schemas.microsoft.com/office/drawing/2014/main" id="{90CBDAEB-211A-4960-BDDA-4C26FC0E6A5F}"/>
              </a:ext>
            </a:extLst>
          </p:cNvPr>
          <p:cNvSpPr txBox="1"/>
          <p:nvPr/>
        </p:nvSpPr>
        <p:spPr>
          <a:xfrm>
            <a:off x="4184880" y="3842954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4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71EA83BC-2EFB-4732-A97D-38702E0E2012}"/>
              </a:ext>
            </a:extLst>
          </p:cNvPr>
          <p:cNvSpPr/>
          <p:nvPr/>
        </p:nvSpPr>
        <p:spPr>
          <a:xfrm>
            <a:off x="6833528" y="4846075"/>
            <a:ext cx="96240" cy="109597"/>
          </a:xfrm>
          <a:prstGeom prst="ellipse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1" name="TextBox 13">
            <a:extLst>
              <a:ext uri="{FF2B5EF4-FFF2-40B4-BE49-F238E27FC236}">
                <a16:creationId xmlns:a16="http://schemas.microsoft.com/office/drawing/2014/main" id="{B9BC4CE7-D78E-4C1C-B4F6-FD2E7C38D792}"/>
              </a:ext>
            </a:extLst>
          </p:cNvPr>
          <p:cNvSpPr txBox="1"/>
          <p:nvPr/>
        </p:nvSpPr>
        <p:spPr>
          <a:xfrm>
            <a:off x="4153536" y="2432316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82" name="TextBox 35">
            <a:extLst>
              <a:ext uri="{FF2B5EF4-FFF2-40B4-BE49-F238E27FC236}">
                <a16:creationId xmlns:a16="http://schemas.microsoft.com/office/drawing/2014/main" id="{6E61F155-DC89-46D5-83F8-16AA9255ECC8}"/>
              </a:ext>
            </a:extLst>
          </p:cNvPr>
          <p:cNvSpPr txBox="1"/>
          <p:nvPr/>
        </p:nvSpPr>
        <p:spPr>
          <a:xfrm rot="1650394">
            <a:off x="4937160" y="2996572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350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83" name="TextBox 36">
            <a:extLst>
              <a:ext uri="{FF2B5EF4-FFF2-40B4-BE49-F238E27FC236}">
                <a16:creationId xmlns:a16="http://schemas.microsoft.com/office/drawing/2014/main" id="{013CB15D-BE0D-4717-80A9-8397A77CAAA0}"/>
              </a:ext>
            </a:extLst>
          </p:cNvPr>
          <p:cNvSpPr txBox="1"/>
          <p:nvPr/>
        </p:nvSpPr>
        <p:spPr>
          <a:xfrm rot="1470892">
            <a:off x="5407333" y="4425462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150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84" name="TextBox 37">
            <a:extLst>
              <a:ext uri="{FF2B5EF4-FFF2-40B4-BE49-F238E27FC236}">
                <a16:creationId xmlns:a16="http://schemas.microsoft.com/office/drawing/2014/main" id="{939EB96E-A7C5-4709-B8A8-61C6DD55DB41}"/>
              </a:ext>
            </a:extLst>
          </p:cNvPr>
          <p:cNvSpPr txBox="1"/>
          <p:nvPr/>
        </p:nvSpPr>
        <p:spPr>
          <a:xfrm rot="20762118">
            <a:off x="6065577" y="2871181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300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85" name="TextBox 38">
            <a:extLst>
              <a:ext uri="{FF2B5EF4-FFF2-40B4-BE49-F238E27FC236}">
                <a16:creationId xmlns:a16="http://schemas.microsoft.com/office/drawing/2014/main" id="{CF18881D-F6A9-463D-B78D-3710F22C6B6C}"/>
              </a:ext>
            </a:extLst>
          </p:cNvPr>
          <p:cNvSpPr txBox="1"/>
          <p:nvPr/>
        </p:nvSpPr>
        <p:spPr>
          <a:xfrm rot="3026193">
            <a:off x="6234247" y="4108319"/>
            <a:ext cx="658298" cy="39494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200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86" name="TextBox 39">
            <a:extLst>
              <a:ext uri="{FF2B5EF4-FFF2-40B4-BE49-F238E27FC236}">
                <a16:creationId xmlns:a16="http://schemas.microsoft.com/office/drawing/2014/main" id="{4F9A69EE-7139-4BD5-9220-F20B3218F3DD}"/>
              </a:ext>
            </a:extLst>
          </p:cNvPr>
          <p:cNvSpPr txBox="1"/>
          <p:nvPr/>
        </p:nvSpPr>
        <p:spPr>
          <a:xfrm>
            <a:off x="3979294" y="3184656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470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87" name="TextBox 40">
            <a:extLst>
              <a:ext uri="{FF2B5EF4-FFF2-40B4-BE49-F238E27FC236}">
                <a16:creationId xmlns:a16="http://schemas.microsoft.com/office/drawing/2014/main" id="{DB5C57FF-2B66-45F5-9295-3295027184CE}"/>
              </a:ext>
            </a:extLst>
          </p:cNvPr>
          <p:cNvSpPr txBox="1"/>
          <p:nvPr/>
        </p:nvSpPr>
        <p:spPr>
          <a:xfrm rot="20116248">
            <a:off x="6629787" y="3233519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350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88" name="TextBox 41">
            <a:extLst>
              <a:ext uri="{FF2B5EF4-FFF2-40B4-BE49-F238E27FC236}">
                <a16:creationId xmlns:a16="http://schemas.microsoft.com/office/drawing/2014/main" id="{507F67CE-F483-437B-8EDA-0B2868A67B4A}"/>
              </a:ext>
            </a:extLst>
          </p:cNvPr>
          <p:cNvSpPr txBox="1"/>
          <p:nvPr/>
        </p:nvSpPr>
        <p:spPr>
          <a:xfrm>
            <a:off x="5093884" y="3701891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110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89" name="TextBox 44">
            <a:extLst>
              <a:ext uri="{FF2B5EF4-FFF2-40B4-BE49-F238E27FC236}">
                <a16:creationId xmlns:a16="http://schemas.microsoft.com/office/drawing/2014/main" id="{4D860A58-06FE-4A3F-A0D0-554DE0FEC5BC}"/>
              </a:ext>
            </a:extLst>
          </p:cNvPr>
          <p:cNvSpPr txBox="1"/>
          <p:nvPr/>
        </p:nvSpPr>
        <p:spPr>
          <a:xfrm>
            <a:off x="7258160" y="3592174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240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90" name="TextBox 80">
            <a:extLst>
              <a:ext uri="{FF2B5EF4-FFF2-40B4-BE49-F238E27FC236}">
                <a16:creationId xmlns:a16="http://schemas.microsoft.com/office/drawing/2014/main" id="{28E73BC8-CB30-4260-8617-C7A3AC658F68}"/>
              </a:ext>
            </a:extLst>
          </p:cNvPr>
          <p:cNvSpPr txBox="1"/>
          <p:nvPr/>
        </p:nvSpPr>
        <p:spPr>
          <a:xfrm>
            <a:off x="5720782" y="2495011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500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91" name="TextBox 5">
            <a:extLst>
              <a:ext uri="{FF2B5EF4-FFF2-40B4-BE49-F238E27FC236}">
                <a16:creationId xmlns:a16="http://schemas.microsoft.com/office/drawing/2014/main" id="{F80061FB-46E5-4C3B-9405-A27F39C823A8}"/>
              </a:ext>
            </a:extLst>
          </p:cNvPr>
          <p:cNvSpPr txBox="1"/>
          <p:nvPr/>
        </p:nvSpPr>
        <p:spPr>
          <a:xfrm>
            <a:off x="7554462" y="2432316"/>
            <a:ext cx="658244" cy="39497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4BFC5C1-1163-480B-BEC6-DE9EC63001A7}"/>
              </a:ext>
            </a:extLst>
          </p:cNvPr>
          <p:cNvSpPr txBox="1"/>
          <p:nvPr/>
        </p:nvSpPr>
        <p:spPr>
          <a:xfrm>
            <a:off x="2444087" y="413504"/>
            <a:ext cx="183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minCost</a:t>
            </a:r>
            <a:r>
              <a:rPr lang="en-US" dirty="0">
                <a:solidFill>
                  <a:schemeClr val="bg1"/>
                </a:solidFill>
              </a:rPr>
              <a:t> = 1350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027A831-1DF8-49AC-A6D8-C0B75D2F2AC2}"/>
              </a:ext>
            </a:extLst>
          </p:cNvPr>
          <p:cNvSpPr txBox="1"/>
          <p:nvPr/>
        </p:nvSpPr>
        <p:spPr>
          <a:xfrm>
            <a:off x="2444087" y="757535"/>
            <a:ext cx="25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minTour</a:t>
            </a:r>
            <a:r>
              <a:rPr lang="en-US" dirty="0">
                <a:solidFill>
                  <a:schemeClr val="bg1"/>
                </a:solidFill>
              </a:rPr>
              <a:t> = [1, 2, 5, 3, 4]</a:t>
            </a:r>
          </a:p>
        </p:txBody>
      </p:sp>
    </p:spTree>
    <p:extLst>
      <p:ext uri="{BB962C8B-B14F-4D97-AF65-F5344CB8AC3E}">
        <p14:creationId xmlns:p14="http://schemas.microsoft.com/office/powerpoint/2010/main" val="31294296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Custom 6">
      <a:dk1>
        <a:sysClr val="windowText" lastClr="000000"/>
      </a:dk1>
      <a:lt1>
        <a:sysClr val="window" lastClr="FFFFFF"/>
      </a:lt1>
      <a:dk2>
        <a:srgbClr val="E9E9E9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C9C9C9"/>
      </a:accent6>
      <a:hlink>
        <a:srgbClr val="D2611C"/>
      </a:hlink>
      <a:folHlink>
        <a:srgbClr val="3B435B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240</TotalTime>
  <Words>2142</Words>
  <Application>Microsoft Office PowerPoint</Application>
  <PresentationFormat>Widescreen</PresentationFormat>
  <Paragraphs>538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Calibri</vt:lpstr>
      <vt:lpstr>Courier New</vt:lpstr>
      <vt:lpstr>Rockwell</vt:lpstr>
      <vt:lpstr>Times New Roman</vt:lpstr>
      <vt:lpstr>Wingdings 2</vt:lpstr>
      <vt:lpstr>Foundry</vt:lpstr>
      <vt:lpstr>Equation</vt:lpstr>
      <vt:lpstr>Backtracking: Traveling Salesperson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Western New England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Backtracking</dc:title>
  <dc:creator>OIT</dc:creator>
  <cp:lastModifiedBy>Lisa Hansen</cp:lastModifiedBy>
  <cp:revision>31</cp:revision>
  <cp:lastPrinted>2023-10-23T14:59:31Z</cp:lastPrinted>
  <dcterms:created xsi:type="dcterms:W3CDTF">2011-03-28T10:09:55Z</dcterms:created>
  <dcterms:modified xsi:type="dcterms:W3CDTF">2023-10-23T15:55:31Z</dcterms:modified>
</cp:coreProperties>
</file>