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4" roundtripDataSignature="AMtx7miCQwtareeZFdMrhszFUaEZnN3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91B29F-6835-4EF9-95F3-59F8E7CAC61B}">
  <a:tblStyle styleId="{9491B29F-6835-4EF9-95F3-59F8E7CAC6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5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5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0" name="Google Shape;30;p5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5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5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3" name="Google Shape;43;p5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4" name="Google Shape;44;p5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5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6" name="Google Shape;46;p5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57" name="Google Shape;57;p5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8" name="Google Shape;58;p5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5" name="Google Shape;65;p5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1" name="Google Shape;71;p5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5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600200" y="381000"/>
            <a:ext cx="647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ic Sans MS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Coin Change Problem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1965325"/>
            <a:ext cx="8458200" cy="397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 of denominations: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3 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 = [10, 6, 1] 🡨</a:t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Change amount: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12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Array 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C[1..n][0..A]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n rows  by  A+1 columns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477000" y="2778125"/>
            <a:ext cx="18288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decreasing order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3" name="Google Shape;93;p2"/>
          <p:cNvGraphicFramePr/>
          <p:nvPr/>
        </p:nvGraphicFramePr>
        <p:xfrm>
          <a:off x="119063" y="5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2"/>
          <p:cNvSpPr txBox="1"/>
          <p:nvPr/>
        </p:nvSpPr>
        <p:spPr>
          <a:xfrm>
            <a:off x="152400" y="4521200"/>
            <a:ext cx="89154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C[i][j]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minimum number of coins to make change for the amount 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using denominations 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i, i+1, …, 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0" name="Google Shape;100;p3"/>
          <p:cNvGraphicFramePr/>
          <p:nvPr/>
        </p:nvGraphicFramePr>
        <p:xfrm>
          <a:off x="119063" y="5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" name="Google Shape;101;p3"/>
          <p:cNvSpPr txBox="1"/>
          <p:nvPr/>
        </p:nvSpPr>
        <p:spPr>
          <a:xfrm>
            <a:off x="152400" y="4521200"/>
            <a:ext cx="89154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C[i][j]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minimum number of coins to make change for the amount 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using denominations 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i, i+1, …, 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50888" y="3351213"/>
            <a:ext cx="8272462" cy="863600"/>
          </a:xfrm>
          <a:prstGeom prst="rect">
            <a:avLst/>
          </a:prstGeom>
          <a:solidFill>
            <a:srgbClr val="FF0000">
              <a:alpha val="4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219200" y="3468688"/>
            <a:ext cx="67976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mic Sans MS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make j cents using only denom[3]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9" name="Google Shape;109;p4"/>
          <p:cNvGraphicFramePr/>
          <p:nvPr/>
        </p:nvGraphicFramePr>
        <p:xfrm>
          <a:off x="119063" y="5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" name="Google Shape;110;p4"/>
          <p:cNvSpPr txBox="1"/>
          <p:nvPr/>
        </p:nvSpPr>
        <p:spPr>
          <a:xfrm>
            <a:off x="152400" y="4521200"/>
            <a:ext cx="89154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C[i][j]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minimum number of coins to make change for the amount 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using denominations 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i, i+1, …, 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87400" y="2419350"/>
            <a:ext cx="8272463" cy="863600"/>
          </a:xfrm>
          <a:prstGeom prst="rect">
            <a:avLst/>
          </a:prstGeom>
          <a:solidFill>
            <a:srgbClr val="FF0000">
              <a:alpha val="4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19138" y="2589213"/>
            <a:ext cx="8429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ic Sans MS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make j cents using only denom[2] and denom[3]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" name="Google Shape;118;p5"/>
          <p:cNvGraphicFramePr/>
          <p:nvPr/>
        </p:nvGraphicFramePr>
        <p:xfrm>
          <a:off x="119063" y="53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5"/>
          <p:cNvSpPr txBox="1"/>
          <p:nvPr/>
        </p:nvSpPr>
        <p:spPr>
          <a:xfrm>
            <a:off x="152400" y="4521200"/>
            <a:ext cx="89154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C[i][j]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minimum number of coins to make change for the amount 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using denominations  </a:t>
            </a:r>
            <a:r>
              <a:rPr b="1" i="0" lang="en-US" sz="3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i, i+1, …, 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66763" y="1489075"/>
            <a:ext cx="8274050" cy="863600"/>
          </a:xfrm>
          <a:prstGeom prst="rect">
            <a:avLst/>
          </a:prstGeom>
          <a:solidFill>
            <a:srgbClr val="FF0000">
              <a:alpha val="4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17563" y="1630363"/>
            <a:ext cx="80057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mic Sans MS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make j cents using all possible denominations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304800" y="188913"/>
            <a:ext cx="8458200" cy="720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C[i][j]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minimum number of coins to make change for the amount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using denominations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i, i+1, …, 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	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denom = [10, 6, 1]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				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3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min # of coins to make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cents using only coins of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denom[3] = 1</a:t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31788" y="3530600"/>
            <a:ext cx="2886075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C[3][10]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286125" y="3544888"/>
            <a:ext cx="4344988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    (10 ones)</a:t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0" name="Google Shape;130;p6"/>
          <p:cNvSpPr/>
          <p:nvPr/>
        </p:nvSpPr>
        <p:spPr>
          <a:xfrm rot="5400000">
            <a:off x="7400978" y="2836801"/>
            <a:ext cx="111000" cy="381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292965" y="2514600"/>
            <a:ext cx="381000" cy="457200"/>
          </a:xfrm>
          <a:prstGeom prst="rect">
            <a:avLst/>
          </a:prstGeom>
          <a:solidFill>
            <a:srgbClr val="FF0000">
              <a:alpha val="4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 txBox="1"/>
          <p:nvPr/>
        </p:nvSpPr>
        <p:spPr>
          <a:xfrm>
            <a:off x="304800" y="188913"/>
            <a:ext cx="8458200" cy="7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C[i][j]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minimum number of coins to make change for the amount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using denominations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i, i+1, …, 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	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denom = [10, 6, 1]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			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2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min # of coins to make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cents using coins of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denom[2] = 6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denom[3] = 1</a:t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31788" y="3530600"/>
            <a:ext cx="2886075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C[2][10]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3286125" y="3544888"/>
            <a:ext cx="54546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  (1 six, 4 ones)</a:t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0" name="Google Shape;140;p7"/>
          <p:cNvSpPr/>
          <p:nvPr/>
        </p:nvSpPr>
        <p:spPr>
          <a:xfrm rot="5400000">
            <a:off x="7003948" y="2424020"/>
            <a:ext cx="111000" cy="11922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63335" y="2507420"/>
            <a:ext cx="1219200" cy="457200"/>
          </a:xfrm>
          <a:prstGeom prst="rect">
            <a:avLst/>
          </a:prstGeom>
          <a:solidFill>
            <a:srgbClr val="FF0000">
              <a:alpha val="4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304800" y="188913"/>
            <a:ext cx="8458200" cy="7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C[i][j]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minimum number of coins to make change for the amount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using denominations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i, i+1, …, 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	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denom = [10, 6, 1]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		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min # of coins to make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cents using coins of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denom[1] = 10,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denom[2] = 6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denom[3] = 1</a:t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31788" y="3530600"/>
            <a:ext cx="2886075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C[1][10]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3286125" y="3544888"/>
            <a:ext cx="32353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(1 ten)</a:t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0" name="Google Shape;150;p8"/>
          <p:cNvSpPr/>
          <p:nvPr/>
        </p:nvSpPr>
        <p:spPr>
          <a:xfrm rot="5400000">
            <a:off x="6441279" y="1987520"/>
            <a:ext cx="228600" cy="21828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387965" y="2507420"/>
            <a:ext cx="2286000" cy="457200"/>
          </a:xfrm>
          <a:prstGeom prst="rect">
            <a:avLst/>
          </a:prstGeom>
          <a:solidFill>
            <a:srgbClr val="FF0000">
              <a:alpha val="4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401638" y="304800"/>
            <a:ext cx="8458200" cy="6278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all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j,  C[n][j] = j.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Why?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C[n][j]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= min # of coins to make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cents using coins of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denom[n]=1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j = 0 to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C[n][j] = j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used[n][j] =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used[n][0] = false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381000" y="331788"/>
            <a:ext cx="8458200" cy="6602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b="1" i="0" lang="en-US" sz="3600" u="sng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optimal substructure property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 &gt; j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 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C[i][j] = C[i+1][j]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 [i] ≤ j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C[i][j] = min{C[i+1][j], 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1 + C[i][j-denom[i]]}</a:t>
            </a:r>
            <a:endParaRPr/>
          </a:p>
          <a:p>
            <a:pPr indent="0" lvl="0" marL="0" marR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457200" y="762000"/>
            <a:ext cx="8458200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denom[i] &gt; j,  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C[i][j] = C[i+1][j]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Why?</a:t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228600" y="3683000"/>
            <a:ext cx="86868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coin of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not be used to make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cents.  It’s too big!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only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denom[i+1], …, denom[n]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152400" y="228600"/>
            <a:ext cx="8926513" cy="7986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 ≤ j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we must decide whether or not to use a coin of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  Consider two subproblems and choose the optimal subsolution.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sng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Case 1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 A coin of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used.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Make change for the remaining amount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 - denom[i]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using the same denominations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denom[i],…,denom[n]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+ C[i][j-denom[i]]</a:t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76200" y="228600"/>
            <a:ext cx="9067800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sng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Case 2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  A coin of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not used.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Make change for the same amount 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without using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that is,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using only denominations: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denom[i+1], . . ., denom[n]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C[i+1][j]</a:t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0" y="24581"/>
            <a:ext cx="9121877" cy="7663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 ≤ j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decide which subsolution is better…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Case 1?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1 + C[i][j-denom[i]]       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or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Case 2?</a:t>
            </a:r>
            <a:r>
              <a:rPr b="1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C[i+1][j]</a:t>
            </a:r>
            <a:endParaRPr b="1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C[i+1][j] &lt; 1 + C[i][j-denom[i]]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C[i+1][j]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C[i][j-denom[i]]</a:t>
            </a:r>
            <a:endParaRPr/>
          </a:p>
          <a:p>
            <a:pPr indent="0" lvl="0" marL="0" marR="0" rtl="0" algn="l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0" y="24581"/>
            <a:ext cx="9121877" cy="6586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(denom[i] &gt; j  ||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C[i+1][j] &lt; 1 + C[i][j-denom[i]])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C[i][j] =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used[i][j] =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C[i][j] =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used[i][j] =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3962400" y="1642233"/>
            <a:ext cx="24064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C[i+1][j]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3962400" y="4673025"/>
            <a:ext cx="51219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 + C[i][j-denom[i]]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4648200" y="2315251"/>
            <a:ext cx="14189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4456125" y="5346043"/>
            <a:ext cx="11721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4" name="Google Shape;204;p16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16"/>
          <p:cNvSpPr txBox="1"/>
          <p:nvPr/>
        </p:nvSpPr>
        <p:spPr>
          <a:xfrm>
            <a:off x="609600" y="79733"/>
            <a:ext cx="8077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= 3,   denom = [10, 6, 1]  	=&gt; 3 rows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12					=&gt; 13 columns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1" name="Google Shape;211;p17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17"/>
          <p:cNvSpPr txBox="1"/>
          <p:nvPr/>
        </p:nvSpPr>
        <p:spPr>
          <a:xfrm>
            <a:off x="2971800" y="4876800"/>
            <a:ext cx="3733800" cy="193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j = 0 to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C[n][j] = j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used[n][j] =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used[n][0] = false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609600" y="79733"/>
            <a:ext cx="8077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= 3,   denom = [10, 6, 1] 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= 12					</a:t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5196348" y="89566"/>
            <a:ext cx="304800" cy="490538"/>
          </a:xfrm>
          <a:prstGeom prst="rect">
            <a:avLst/>
          </a:prstGeom>
          <a:solidFill>
            <a:srgbClr val="00B0F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" name="Google Shape;220;p18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18"/>
          <p:cNvSpPr txBox="1"/>
          <p:nvPr/>
        </p:nvSpPr>
        <p:spPr>
          <a:xfrm>
            <a:off x="2971800" y="4876800"/>
            <a:ext cx="3733800" cy="193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j = 0 to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C[n][j] = j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used[n][j] =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used[n][0] = false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7" name="Google Shape;227;p19"/>
          <p:cNvGraphicFramePr/>
          <p:nvPr/>
        </p:nvGraphicFramePr>
        <p:xfrm>
          <a:off x="1143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19"/>
          <p:cNvSpPr/>
          <p:nvPr/>
        </p:nvSpPr>
        <p:spPr>
          <a:xfrm>
            <a:off x="1676400" y="361950"/>
            <a:ext cx="628491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Boolean array used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38100" y="5476875"/>
            <a:ext cx="9029700" cy="1108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used[i][j] = true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ic Sans MS"/>
              <a:buNone/>
            </a:pPr>
            <a:r>
              <a:rPr b="1" lang="en-US" sz="3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coin of denom[i] was used to make j cents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20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20"/>
          <p:cNvSpPr/>
          <p:nvPr/>
        </p:nvSpPr>
        <p:spPr>
          <a:xfrm>
            <a:off x="304800" y="228600"/>
            <a:ext cx="1600200" cy="6461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2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673600" y="187325"/>
            <a:ext cx="4303713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denom: 10, 6, 1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7620000" y="104775"/>
            <a:ext cx="685800" cy="809625"/>
          </a:xfrm>
          <a:prstGeom prst="rect">
            <a:avLst/>
          </a:prstGeom>
          <a:solidFill>
            <a:srgbClr val="00B0F0">
              <a:alpha val="6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/>
          <p:nvPr/>
        </p:nvSpPr>
        <p:spPr>
          <a:xfrm>
            <a:off x="0" y="7938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4" name="Google Shape;244;p21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21"/>
          <p:cNvSpPr/>
          <p:nvPr/>
        </p:nvSpPr>
        <p:spPr>
          <a:xfrm>
            <a:off x="4673600" y="195263"/>
            <a:ext cx="4303713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denom: 10, 6, 1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7620000" y="112713"/>
            <a:ext cx="685800" cy="809625"/>
          </a:xfrm>
          <a:prstGeom prst="rect">
            <a:avLst/>
          </a:prstGeom>
          <a:solidFill>
            <a:srgbClr val="00B0F0">
              <a:alpha val="6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762000" y="195263"/>
            <a:ext cx="3205163" cy="6413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denom[i]&gt; </a:t>
            </a:r>
            <a:r>
              <a:rPr b="1" lang="en-US" sz="3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739775" y="5411788"/>
            <a:ext cx="4875213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C[i][j] = C[i+1][j]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used[i][j] = false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4" name="Google Shape;254;p22"/>
          <p:cNvGraphicFramePr/>
          <p:nvPr/>
        </p:nvGraphicFramePr>
        <p:xfrm>
          <a:off x="1143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22"/>
          <p:cNvSpPr/>
          <p:nvPr/>
        </p:nvSpPr>
        <p:spPr>
          <a:xfrm>
            <a:off x="1676400" y="361950"/>
            <a:ext cx="628491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Boolean array used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1" name="Google Shape;261;p23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p23"/>
          <p:cNvSpPr/>
          <p:nvPr/>
        </p:nvSpPr>
        <p:spPr>
          <a:xfrm>
            <a:off x="4572000" y="39624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762000" y="30480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287338" y="5505450"/>
            <a:ext cx="430371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denom: 10, 6, 1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3233738" y="5422900"/>
            <a:ext cx="685800" cy="809625"/>
          </a:xfrm>
          <a:prstGeom prst="rect">
            <a:avLst/>
          </a:prstGeom>
          <a:solidFill>
            <a:srgbClr val="00B0F0">
              <a:alpha val="6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2" name="Google Shape;272;p24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3" name="Google Shape;273;p24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167148" y="4930170"/>
            <a:ext cx="808426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1 + C[i][j-denom[i]]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used[i][j] = true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0" name="Google Shape;280;p25"/>
          <p:cNvGraphicFramePr/>
          <p:nvPr/>
        </p:nvGraphicFramePr>
        <p:xfrm>
          <a:off x="1143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p25"/>
          <p:cNvSpPr/>
          <p:nvPr/>
        </p:nvSpPr>
        <p:spPr>
          <a:xfrm>
            <a:off x="1676400" y="361950"/>
            <a:ext cx="628491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Boolean array used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7" name="Google Shape;287;p26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26"/>
          <p:cNvSpPr/>
          <p:nvPr/>
        </p:nvSpPr>
        <p:spPr>
          <a:xfrm>
            <a:off x="5257800" y="39624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1447800" y="30480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149942" y="5013149"/>
            <a:ext cx="808426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1 + C[i][j-denom[i]]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used[i][j] = true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7" name="Google Shape;297;p27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8" name="Google Shape;298;p27"/>
          <p:cNvSpPr/>
          <p:nvPr/>
        </p:nvSpPr>
        <p:spPr>
          <a:xfrm>
            <a:off x="5867400" y="39624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2057400" y="30480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301" name="Google Shape;301;p27"/>
          <p:cNvSpPr/>
          <p:nvPr/>
        </p:nvSpPr>
        <p:spPr>
          <a:xfrm>
            <a:off x="149942" y="5013149"/>
            <a:ext cx="808426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1 + C[i][j-denom[i]]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used[i][j] = true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7" name="Google Shape;307;p28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8" name="Google Shape;308;p28"/>
          <p:cNvSpPr/>
          <p:nvPr/>
        </p:nvSpPr>
        <p:spPr>
          <a:xfrm>
            <a:off x="6477000" y="39624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2667000" y="30480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311" name="Google Shape;311;p28"/>
          <p:cNvSpPr/>
          <p:nvPr/>
        </p:nvSpPr>
        <p:spPr>
          <a:xfrm>
            <a:off x="149942" y="5013149"/>
            <a:ext cx="808426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1 + C[i][j-denom[i]]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used[i][j] = true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" name="Google Shape;317;p29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8" name="Google Shape;318;p29"/>
          <p:cNvSpPr/>
          <p:nvPr/>
        </p:nvSpPr>
        <p:spPr>
          <a:xfrm>
            <a:off x="7162800" y="40386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3352800" y="31242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321" name="Google Shape;321;p29"/>
          <p:cNvSpPr/>
          <p:nvPr/>
        </p:nvSpPr>
        <p:spPr>
          <a:xfrm>
            <a:off x="149942" y="5013149"/>
            <a:ext cx="808426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1 + C[i][j-denom[i]]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used[i][j] = true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7" name="Google Shape;327;p30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8" name="Google Shape;328;p30"/>
          <p:cNvSpPr/>
          <p:nvPr/>
        </p:nvSpPr>
        <p:spPr>
          <a:xfrm>
            <a:off x="7772400" y="40386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3962400" y="31242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331" name="Google Shape;331;p30"/>
          <p:cNvSpPr/>
          <p:nvPr/>
        </p:nvSpPr>
        <p:spPr>
          <a:xfrm>
            <a:off x="149942" y="5013149"/>
            <a:ext cx="808426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1 + C[i][j-denom[i]]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used[i][j] = true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7" name="Google Shape;337;p31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8" name="Google Shape;338;p31"/>
          <p:cNvSpPr/>
          <p:nvPr/>
        </p:nvSpPr>
        <p:spPr>
          <a:xfrm>
            <a:off x="8382000" y="40386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4572000" y="31242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341" name="Google Shape;341;p31"/>
          <p:cNvSpPr/>
          <p:nvPr/>
        </p:nvSpPr>
        <p:spPr>
          <a:xfrm>
            <a:off x="149942" y="5013149"/>
            <a:ext cx="808426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1 + C[i][j-denom[i]]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used[i][j] = true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7" name="Google Shape;347;p32"/>
          <p:cNvGraphicFramePr/>
          <p:nvPr/>
        </p:nvGraphicFramePr>
        <p:xfrm>
          <a:off x="1143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" name="Google Shape;348;p32"/>
          <p:cNvSpPr/>
          <p:nvPr/>
        </p:nvSpPr>
        <p:spPr>
          <a:xfrm>
            <a:off x="1676400" y="361950"/>
            <a:ext cx="628491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Boolean array used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4" name="Google Shape;354;p33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5" name="Google Shape;355;p33"/>
          <p:cNvSpPr/>
          <p:nvPr/>
        </p:nvSpPr>
        <p:spPr>
          <a:xfrm>
            <a:off x="304800" y="228600"/>
            <a:ext cx="1600200" cy="64611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4673600" y="187325"/>
            <a:ext cx="4303713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denom: 10, 6, 1</a:t>
            </a:r>
            <a:endParaRPr/>
          </a:p>
        </p:txBody>
      </p:sp>
      <p:sp>
        <p:nvSpPr>
          <p:cNvPr id="357" name="Google Shape;357;p33"/>
          <p:cNvSpPr/>
          <p:nvPr/>
        </p:nvSpPr>
        <p:spPr>
          <a:xfrm>
            <a:off x="6629400" y="104775"/>
            <a:ext cx="685800" cy="809625"/>
          </a:xfrm>
          <a:prstGeom prst="rect">
            <a:avLst/>
          </a:prstGeom>
          <a:solidFill>
            <a:srgbClr val="00B0F0">
              <a:alpha val="6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3" name="Google Shape;363;p34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4" name="Google Shape;364;p34"/>
          <p:cNvSpPr/>
          <p:nvPr/>
        </p:nvSpPr>
        <p:spPr>
          <a:xfrm>
            <a:off x="4673600" y="195263"/>
            <a:ext cx="4303713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denom: 10, 6, 1</a:t>
            </a:r>
            <a:endParaRPr/>
          </a:p>
        </p:txBody>
      </p:sp>
      <p:sp>
        <p:nvSpPr>
          <p:cNvPr id="365" name="Google Shape;365;p34"/>
          <p:cNvSpPr/>
          <p:nvPr/>
        </p:nvSpPr>
        <p:spPr>
          <a:xfrm>
            <a:off x="6629400" y="112713"/>
            <a:ext cx="685800" cy="809625"/>
          </a:xfrm>
          <a:prstGeom prst="rect">
            <a:avLst/>
          </a:prstGeom>
          <a:solidFill>
            <a:srgbClr val="00B0F0">
              <a:alpha val="6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762000" y="195263"/>
            <a:ext cx="3205163" cy="64135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denom[i]&gt; </a:t>
            </a:r>
            <a:r>
              <a:rPr b="1" lang="en-US" sz="3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/>
          </a:p>
        </p:txBody>
      </p:sp>
      <p:sp>
        <p:nvSpPr>
          <p:cNvPr id="367" name="Google Shape;367;p34"/>
          <p:cNvSpPr/>
          <p:nvPr/>
        </p:nvSpPr>
        <p:spPr>
          <a:xfrm>
            <a:off x="739775" y="5411788"/>
            <a:ext cx="4875213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C[i][j] = C[i+1][j]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used[i][j] = false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3" name="Google Shape;373;p35"/>
          <p:cNvGraphicFramePr/>
          <p:nvPr/>
        </p:nvGraphicFramePr>
        <p:xfrm>
          <a:off x="1143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4" name="Google Shape;374;p35"/>
          <p:cNvSpPr/>
          <p:nvPr/>
        </p:nvSpPr>
        <p:spPr>
          <a:xfrm>
            <a:off x="1676400" y="361950"/>
            <a:ext cx="628491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Boolean array used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0" name="Google Shape;380;p36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1" name="Google Shape;381;p36"/>
          <p:cNvSpPr/>
          <p:nvPr/>
        </p:nvSpPr>
        <p:spPr>
          <a:xfrm>
            <a:off x="7162800" y="31242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6"/>
          <p:cNvSpPr/>
          <p:nvPr/>
        </p:nvSpPr>
        <p:spPr>
          <a:xfrm>
            <a:off x="762000" y="21336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384" name="Google Shape;384;p36"/>
          <p:cNvSpPr/>
          <p:nvPr/>
        </p:nvSpPr>
        <p:spPr>
          <a:xfrm>
            <a:off x="149942" y="5013149"/>
            <a:ext cx="808426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1 + C[i][j-denom[i]]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used[i][j] = true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0" name="Google Shape;390;p37"/>
          <p:cNvGraphicFramePr/>
          <p:nvPr/>
        </p:nvGraphicFramePr>
        <p:xfrm>
          <a:off x="1143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1" name="Google Shape;391;p37"/>
          <p:cNvSpPr/>
          <p:nvPr/>
        </p:nvSpPr>
        <p:spPr>
          <a:xfrm>
            <a:off x="1676400" y="361950"/>
            <a:ext cx="628491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Boolean array used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7" name="Google Shape;397;p38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38"/>
          <p:cNvSpPr/>
          <p:nvPr/>
        </p:nvSpPr>
        <p:spPr>
          <a:xfrm>
            <a:off x="7772400" y="31242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1371600" y="21336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8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401" name="Google Shape;401;p38"/>
          <p:cNvSpPr/>
          <p:nvPr/>
        </p:nvSpPr>
        <p:spPr>
          <a:xfrm>
            <a:off x="149942" y="5013149"/>
            <a:ext cx="808426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b="1"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C[i][j] = 1 + C[i][j-denom[i]]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used[i][j] = true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7" name="Google Shape;407;p39"/>
          <p:cNvGraphicFramePr/>
          <p:nvPr/>
        </p:nvGraphicFramePr>
        <p:xfrm>
          <a:off x="1143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8" name="Google Shape;408;p39"/>
          <p:cNvSpPr/>
          <p:nvPr/>
        </p:nvSpPr>
        <p:spPr>
          <a:xfrm>
            <a:off x="1676400" y="361950"/>
            <a:ext cx="628491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Boolean array used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4" name="Google Shape;414;p40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5" name="Google Shape;415;p40"/>
          <p:cNvSpPr/>
          <p:nvPr/>
        </p:nvSpPr>
        <p:spPr>
          <a:xfrm>
            <a:off x="8382000" y="31242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0"/>
          <p:cNvSpPr/>
          <p:nvPr/>
        </p:nvSpPr>
        <p:spPr>
          <a:xfrm>
            <a:off x="2068513" y="2133600"/>
            <a:ext cx="485775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0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3" name="Google Shape;423;p41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4" name="Google Shape;424;p41"/>
          <p:cNvSpPr/>
          <p:nvPr/>
        </p:nvSpPr>
        <p:spPr>
          <a:xfrm>
            <a:off x="8382000" y="3124200"/>
            <a:ext cx="533400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1"/>
          <p:cNvSpPr/>
          <p:nvPr/>
        </p:nvSpPr>
        <p:spPr>
          <a:xfrm>
            <a:off x="152400" y="228600"/>
            <a:ext cx="8824913" cy="5842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(C[i+1][j] &lt; 1+C[i][j-denom[i]])</a:t>
            </a:r>
            <a:endParaRPr/>
          </a:p>
        </p:txBody>
      </p:sp>
      <p:sp>
        <p:nvSpPr>
          <p:cNvPr id="426" name="Google Shape;426;p41"/>
          <p:cNvSpPr/>
          <p:nvPr/>
        </p:nvSpPr>
        <p:spPr>
          <a:xfrm>
            <a:off x="2068513" y="2133600"/>
            <a:ext cx="485775" cy="8382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1"/>
          <p:cNvSpPr/>
          <p:nvPr/>
        </p:nvSpPr>
        <p:spPr>
          <a:xfrm>
            <a:off x="739775" y="5411788"/>
            <a:ext cx="4875213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C[i][j] = C[i+1][j]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used[i][j] = false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3" name="Google Shape;433;p42"/>
          <p:cNvGraphicFramePr/>
          <p:nvPr/>
        </p:nvGraphicFramePr>
        <p:xfrm>
          <a:off x="1143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4" name="Google Shape;434;p42"/>
          <p:cNvSpPr/>
          <p:nvPr/>
        </p:nvSpPr>
        <p:spPr>
          <a:xfrm>
            <a:off x="1676400" y="361950"/>
            <a:ext cx="628491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Boolean array used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0" name="Google Shape;440;p43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1" name="Google Shape;441;p43"/>
          <p:cNvSpPr/>
          <p:nvPr/>
        </p:nvSpPr>
        <p:spPr>
          <a:xfrm>
            <a:off x="381000" y="5286375"/>
            <a:ext cx="85344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lang="en-US" sz="3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do we find the answer?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7" name="Google Shape;447;p44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8" name="Google Shape;448;p44"/>
          <p:cNvSpPr/>
          <p:nvPr/>
        </p:nvSpPr>
        <p:spPr>
          <a:xfrm>
            <a:off x="381000" y="5286375"/>
            <a:ext cx="85344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urier New"/>
              <a:buNone/>
            </a:pP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C[1][A] = min # coins needed for amount A using denom[1..n]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4" name="Google Shape;454;p45"/>
          <p:cNvGraphicFramePr/>
          <p:nvPr/>
        </p:nvGraphicFramePr>
        <p:xfrm>
          <a:off x="76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5" name="Google Shape;455;p45"/>
          <p:cNvSpPr/>
          <p:nvPr/>
        </p:nvSpPr>
        <p:spPr>
          <a:xfrm>
            <a:off x="381000" y="5286375"/>
            <a:ext cx="85344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lang="en-US" sz="3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do you find the actual set of coins? Use the array </a:t>
            </a:r>
            <a:r>
              <a:rPr b="1" lang="en-US" sz="3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used</a:t>
            </a:r>
            <a:r>
              <a:rPr b="1" lang="en-US" sz="3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1" name="Google Shape;461;p46"/>
          <p:cNvGraphicFramePr/>
          <p:nvPr/>
        </p:nvGraphicFramePr>
        <p:xfrm>
          <a:off x="119063" y="35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{9491B29F-6835-4EF9-95F3-59F8E7CAC61B}</a:tableStyleId>
              </a:tblPr>
              <a:tblGrid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  <a:gridCol w="635000"/>
                <a:gridCol w="639775"/>
                <a:gridCol w="636575"/>
                <a:gridCol w="635000"/>
                <a:gridCol w="636600"/>
                <a:gridCol w="639750"/>
                <a:gridCol w="635000"/>
              </a:tblGrid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ourier New"/>
                        <a:buNone/>
                      </a:pPr>
                      <a:r>
                        <a:rPr b="1" i="0" lang="en-US" sz="3600" u="none" cap="none" strike="noStrik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4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5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7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8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9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10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omic Sans MS"/>
                        <a:buNone/>
                      </a:pPr>
                      <a:r>
                        <a:rPr b="1" i="0" lang="en-US" sz="2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</a:t>
                      </a:r>
                      <a:endParaRPr/>
                    </a:p>
                  </a:txBody>
                  <a:tcPr marT="45725" marB="45725" marR="91450" marL="91450" anchor="ctr" anchorCtr="1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2" name="Google Shape;462;p46"/>
          <p:cNvSpPr/>
          <p:nvPr/>
        </p:nvSpPr>
        <p:spPr>
          <a:xfrm>
            <a:off x="8458200" y="2336800"/>
            <a:ext cx="500063" cy="762000"/>
          </a:xfrm>
          <a:prstGeom prst="rect">
            <a:avLst/>
          </a:prstGeom>
          <a:solidFill>
            <a:srgbClr val="FF0000">
              <a:alpha val="4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6"/>
          <p:cNvSpPr/>
          <p:nvPr/>
        </p:nvSpPr>
        <p:spPr>
          <a:xfrm>
            <a:off x="8458200" y="1397000"/>
            <a:ext cx="500063" cy="762000"/>
          </a:xfrm>
          <a:prstGeom prst="rect">
            <a:avLst/>
          </a:prstGeom>
          <a:solidFill>
            <a:srgbClr val="FF0000">
              <a:alpha val="4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6"/>
          <p:cNvSpPr/>
          <p:nvPr/>
        </p:nvSpPr>
        <p:spPr>
          <a:xfrm>
            <a:off x="533400" y="4338638"/>
            <a:ext cx="8229600" cy="2062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1"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an algorithm that will determine the minimum </a:t>
            </a:r>
            <a:r>
              <a:rPr b="1" lang="en-US" sz="32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</a:t>
            </a:r>
            <a:r>
              <a:rPr b="1"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coins for any change amount 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1"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using the array  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used</a:t>
            </a:r>
            <a:endParaRPr b="1" sz="3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5" name="Google Shape;465;p46"/>
          <p:cNvSpPr/>
          <p:nvPr/>
        </p:nvSpPr>
        <p:spPr>
          <a:xfrm>
            <a:off x="4627563" y="2338388"/>
            <a:ext cx="500062" cy="762000"/>
          </a:xfrm>
          <a:prstGeom prst="rect">
            <a:avLst/>
          </a:prstGeom>
          <a:solidFill>
            <a:srgbClr val="FF0000">
              <a:alpha val="4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6"/>
          <p:cNvSpPr/>
          <p:nvPr/>
        </p:nvSpPr>
        <p:spPr>
          <a:xfrm>
            <a:off x="796925" y="2336800"/>
            <a:ext cx="500063" cy="762000"/>
          </a:xfrm>
          <a:prstGeom prst="rect">
            <a:avLst/>
          </a:prstGeom>
          <a:solidFill>
            <a:srgbClr val="FF0000">
              <a:alpha val="4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ins%20B060736" id="471" name="Google Shape;47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55113" cy="99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2007-04-05T03:18:11Z</dcterms:created>
  <dc:creator/>
</cp:coreProperties>
</file>